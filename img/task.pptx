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7" r:id="rId2"/>
    <p:sldId id="256" r:id="rId3"/>
  </p:sldIdLst>
  <p:sldSz cx="16200438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0100"/>
    <a:srgbClr val="AC0000"/>
    <a:srgbClr val="BD0E08"/>
    <a:srgbClr val="F5724E"/>
    <a:srgbClr val="E2442F"/>
    <a:srgbClr val="C91D13"/>
    <a:srgbClr val="EC5F43"/>
    <a:srgbClr val="FC9460"/>
    <a:srgbClr val="FDD7A1"/>
    <a:srgbClr val="FEE0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D57924-B848-2742-8D38-F6230294B7DC}" v="29" dt="2025-08-16T07:14:44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935"/>
    <p:restoredTop sz="94707"/>
  </p:normalViewPr>
  <p:slideViewPr>
    <p:cSldViewPr snapToGrid="0">
      <p:cViewPr>
        <p:scale>
          <a:sx n="176" d="100"/>
          <a:sy n="176" d="100"/>
        </p:scale>
        <p:origin x="1144" y="3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jörn Meder HMU Potsdam" userId="d258dbf6-ab6a-4282-851d-9abdcd54331d" providerId="ADAL" clId="{4DFD6B1A-A511-587B-86A6-0ACC1CABEBE3}"/>
    <pc:docChg chg="undo custSel addSld modSld sldOrd">
      <pc:chgData name="Björn Meder HMU Potsdam" userId="d258dbf6-ab6a-4282-851d-9abdcd54331d" providerId="ADAL" clId="{4DFD6B1A-A511-587B-86A6-0ACC1CABEBE3}" dt="2025-08-16T07:15:11.444" v="216" actId="20578"/>
      <pc:docMkLst>
        <pc:docMk/>
      </pc:docMkLst>
      <pc:sldChg chg="addSp delSp modSp add mod ord">
        <pc:chgData name="Björn Meder HMU Potsdam" userId="d258dbf6-ab6a-4282-851d-9abdcd54331d" providerId="ADAL" clId="{4DFD6B1A-A511-587B-86A6-0ACC1CABEBE3}" dt="2025-08-16T07:15:11.444" v="216" actId="20578"/>
        <pc:sldMkLst>
          <pc:docMk/>
          <pc:sldMk cId="34156375" sldId="257"/>
        </pc:sldMkLst>
        <pc:spChg chg="add mod">
          <ac:chgData name="Björn Meder HMU Potsdam" userId="d258dbf6-ab6a-4282-851d-9abdcd54331d" providerId="ADAL" clId="{4DFD6B1A-A511-587B-86A6-0ACC1CABEBE3}" dt="2025-08-16T07:06:49.193" v="75" actId="1037"/>
          <ac:spMkLst>
            <pc:docMk/>
            <pc:sldMk cId="34156375" sldId="257"/>
            <ac:spMk id="38" creationId="{448CD114-3C19-C02E-BA6B-DD5CD0D288FC}"/>
          </ac:spMkLst>
        </pc:spChg>
        <pc:spChg chg="add mod">
          <ac:chgData name="Björn Meder HMU Potsdam" userId="d258dbf6-ab6a-4282-851d-9abdcd54331d" providerId="ADAL" clId="{4DFD6B1A-A511-587B-86A6-0ACC1CABEBE3}" dt="2025-08-16T07:12:54.556" v="202" actId="1036"/>
          <ac:spMkLst>
            <pc:docMk/>
            <pc:sldMk cId="34156375" sldId="257"/>
            <ac:spMk id="39" creationId="{70AEBB63-8371-464C-88DF-09CD8F6461BB}"/>
          </ac:spMkLst>
        </pc:spChg>
        <pc:spChg chg="add mod">
          <ac:chgData name="Björn Meder HMU Potsdam" userId="d258dbf6-ab6a-4282-851d-9abdcd54331d" providerId="ADAL" clId="{4DFD6B1A-A511-587B-86A6-0ACC1CABEBE3}" dt="2025-08-16T07:12:54.556" v="202" actId="1036"/>
          <ac:spMkLst>
            <pc:docMk/>
            <pc:sldMk cId="34156375" sldId="257"/>
            <ac:spMk id="40" creationId="{A9ADF8AA-678C-83A0-EAC3-BD2B4D45577A}"/>
          </ac:spMkLst>
        </pc:spChg>
        <pc:spChg chg="add mod">
          <ac:chgData name="Björn Meder HMU Potsdam" userId="d258dbf6-ab6a-4282-851d-9abdcd54331d" providerId="ADAL" clId="{4DFD6B1A-A511-587B-86A6-0ACC1CABEBE3}" dt="2025-08-16T07:12:50.373" v="200" actId="554"/>
          <ac:spMkLst>
            <pc:docMk/>
            <pc:sldMk cId="34156375" sldId="257"/>
            <ac:spMk id="41" creationId="{61D13226-896A-A190-5957-A0CBFA31C357}"/>
          </ac:spMkLst>
        </pc:spChg>
        <pc:spChg chg="add mod">
          <ac:chgData name="Björn Meder HMU Potsdam" userId="d258dbf6-ab6a-4282-851d-9abdcd54331d" providerId="ADAL" clId="{4DFD6B1A-A511-587B-86A6-0ACC1CABEBE3}" dt="2025-08-16T07:12:50.373" v="200" actId="554"/>
          <ac:spMkLst>
            <pc:docMk/>
            <pc:sldMk cId="34156375" sldId="257"/>
            <ac:spMk id="42" creationId="{760CF696-3888-E86C-81FD-F695DFE89A32}"/>
          </ac:spMkLst>
        </pc:spChg>
        <pc:spChg chg="add mod">
          <ac:chgData name="Björn Meder HMU Potsdam" userId="d258dbf6-ab6a-4282-851d-9abdcd54331d" providerId="ADAL" clId="{4DFD6B1A-A511-587B-86A6-0ACC1CABEBE3}" dt="2025-08-16T07:12:47.099" v="199" actId="554"/>
          <ac:spMkLst>
            <pc:docMk/>
            <pc:sldMk cId="34156375" sldId="257"/>
            <ac:spMk id="43" creationId="{DDA2092D-2AD1-1ABE-62A0-837A0E74BDFA}"/>
          </ac:spMkLst>
        </pc:spChg>
        <pc:spChg chg="add mod">
          <ac:chgData name="Björn Meder HMU Potsdam" userId="d258dbf6-ab6a-4282-851d-9abdcd54331d" providerId="ADAL" clId="{4DFD6B1A-A511-587B-86A6-0ACC1CABEBE3}" dt="2025-08-16T07:12:47.099" v="199" actId="554"/>
          <ac:spMkLst>
            <pc:docMk/>
            <pc:sldMk cId="34156375" sldId="257"/>
            <ac:spMk id="44" creationId="{F323E07B-5A06-F267-8220-0390F1D57091}"/>
          </ac:spMkLst>
        </pc:spChg>
        <pc:spChg chg="add mod">
          <ac:chgData name="Björn Meder HMU Potsdam" userId="d258dbf6-ab6a-4282-851d-9abdcd54331d" providerId="ADAL" clId="{4DFD6B1A-A511-587B-86A6-0ACC1CABEBE3}" dt="2025-08-16T07:12:40.493" v="198" actId="1036"/>
          <ac:spMkLst>
            <pc:docMk/>
            <pc:sldMk cId="34156375" sldId="257"/>
            <ac:spMk id="45" creationId="{98F2BC21-1865-99FF-0648-5627C4C27389}"/>
          </ac:spMkLst>
        </pc:spChg>
        <pc:spChg chg="add mod">
          <ac:chgData name="Björn Meder HMU Potsdam" userId="d258dbf6-ab6a-4282-851d-9abdcd54331d" providerId="ADAL" clId="{4DFD6B1A-A511-587B-86A6-0ACC1CABEBE3}" dt="2025-08-16T07:12:40.493" v="198" actId="1036"/>
          <ac:spMkLst>
            <pc:docMk/>
            <pc:sldMk cId="34156375" sldId="257"/>
            <ac:spMk id="46" creationId="{9F58EAA9-DAFB-098A-5368-C11F71E605C2}"/>
          </ac:spMkLst>
        </pc:spChg>
        <pc:spChg chg="add mod">
          <ac:chgData name="Björn Meder HMU Potsdam" userId="d258dbf6-ab6a-4282-851d-9abdcd54331d" providerId="ADAL" clId="{4DFD6B1A-A511-587B-86A6-0ACC1CABEBE3}" dt="2025-08-16T07:12:40.493" v="198" actId="1036"/>
          <ac:spMkLst>
            <pc:docMk/>
            <pc:sldMk cId="34156375" sldId="257"/>
            <ac:spMk id="47" creationId="{7C3862DE-1F5F-3CB4-07A4-A2A0AC47CD6A}"/>
          </ac:spMkLst>
        </pc:spChg>
        <pc:spChg chg="add mod">
          <ac:chgData name="Björn Meder HMU Potsdam" userId="d258dbf6-ab6a-4282-851d-9abdcd54331d" providerId="ADAL" clId="{4DFD6B1A-A511-587B-86A6-0ACC1CABEBE3}" dt="2025-08-16T07:12:40.493" v="198" actId="1036"/>
          <ac:spMkLst>
            <pc:docMk/>
            <pc:sldMk cId="34156375" sldId="257"/>
            <ac:spMk id="48" creationId="{CF59F1C9-120F-B885-8620-D6B2621134D8}"/>
          </ac:spMkLst>
        </pc:spChg>
        <pc:spChg chg="add mod">
          <ac:chgData name="Björn Meder HMU Potsdam" userId="d258dbf6-ab6a-4282-851d-9abdcd54331d" providerId="ADAL" clId="{4DFD6B1A-A511-587B-86A6-0ACC1CABEBE3}" dt="2025-08-16T07:14:05.420" v="211" actId="554"/>
          <ac:spMkLst>
            <pc:docMk/>
            <pc:sldMk cId="34156375" sldId="257"/>
            <ac:spMk id="49" creationId="{9B8966E5-28BF-258F-CA2E-93BA17BD83D8}"/>
          </ac:spMkLst>
        </pc:spChg>
        <pc:spChg chg="add mod">
          <ac:chgData name="Björn Meder HMU Potsdam" userId="d258dbf6-ab6a-4282-851d-9abdcd54331d" providerId="ADAL" clId="{4DFD6B1A-A511-587B-86A6-0ACC1CABEBE3}" dt="2025-08-16T07:14:05.420" v="211" actId="554"/>
          <ac:spMkLst>
            <pc:docMk/>
            <pc:sldMk cId="34156375" sldId="257"/>
            <ac:spMk id="50" creationId="{76AA6E67-C047-6B9E-034C-90BA401825AA}"/>
          </ac:spMkLst>
        </pc:spChg>
        <pc:spChg chg="add mod">
          <ac:chgData name="Björn Meder HMU Potsdam" userId="d258dbf6-ab6a-4282-851d-9abdcd54331d" providerId="ADAL" clId="{4DFD6B1A-A511-587B-86A6-0ACC1CABEBE3}" dt="2025-08-16T07:14:05.420" v="211" actId="554"/>
          <ac:spMkLst>
            <pc:docMk/>
            <pc:sldMk cId="34156375" sldId="257"/>
            <ac:spMk id="51" creationId="{B14A9CC0-2D13-27CF-CD9C-437FE6EBD294}"/>
          </ac:spMkLst>
        </pc:spChg>
        <pc:spChg chg="add del mod">
          <ac:chgData name="Björn Meder HMU Potsdam" userId="d258dbf6-ab6a-4282-851d-9abdcd54331d" providerId="ADAL" clId="{4DFD6B1A-A511-587B-86A6-0ACC1CABEBE3}" dt="2025-08-16T07:12:22.808" v="194" actId="478"/>
          <ac:spMkLst>
            <pc:docMk/>
            <pc:sldMk cId="34156375" sldId="257"/>
            <ac:spMk id="52" creationId="{83BCC762-8285-486F-F443-042FD02328D2}"/>
          </ac:spMkLst>
        </pc:spChg>
        <pc:spChg chg="mod">
          <ac:chgData name="Björn Meder HMU Potsdam" userId="d258dbf6-ab6a-4282-851d-9abdcd54331d" providerId="ADAL" clId="{4DFD6B1A-A511-587B-86A6-0ACC1CABEBE3}" dt="2025-08-16T07:13:47.028" v="208" actId="1076"/>
          <ac:spMkLst>
            <pc:docMk/>
            <pc:sldMk cId="34156375" sldId="257"/>
            <ac:spMk id="80" creationId="{66D5D2D8-0186-ECD1-9EC5-73B8BEE98C7E}"/>
          </ac:spMkLst>
        </pc:spChg>
        <pc:spChg chg="mod">
          <ac:chgData name="Björn Meder HMU Potsdam" userId="d258dbf6-ab6a-4282-851d-9abdcd54331d" providerId="ADAL" clId="{4DFD6B1A-A511-587B-86A6-0ACC1CABEBE3}" dt="2025-08-16T07:05:10.755" v="50" actId="1038"/>
          <ac:spMkLst>
            <pc:docMk/>
            <pc:sldMk cId="34156375" sldId="257"/>
            <ac:spMk id="81" creationId="{C125EBF5-6832-456B-2CDF-E8692B33E80F}"/>
          </ac:spMkLst>
        </pc:spChg>
        <pc:grpChg chg="add del mod">
          <ac:chgData name="Björn Meder HMU Potsdam" userId="d258dbf6-ab6a-4282-851d-9abdcd54331d" providerId="ADAL" clId="{4DFD6B1A-A511-587B-86A6-0ACC1CABEBE3}" dt="2025-08-16T07:14:29.486" v="212" actId="165"/>
          <ac:grpSpMkLst>
            <pc:docMk/>
            <pc:sldMk cId="34156375" sldId="257"/>
            <ac:grpSpMk id="28" creationId="{30B61C34-48F1-BA45-0C5D-BEAE6DF3C699}"/>
          </ac:grpSpMkLst>
        </pc:grpChg>
        <pc:grpChg chg="del">
          <ac:chgData name="Björn Meder HMU Potsdam" userId="d258dbf6-ab6a-4282-851d-9abdcd54331d" providerId="ADAL" clId="{4DFD6B1A-A511-587B-86A6-0ACC1CABEBE3}" dt="2025-08-16T07:01:38.643" v="2" actId="165"/>
          <ac:grpSpMkLst>
            <pc:docMk/>
            <pc:sldMk cId="34156375" sldId="257"/>
            <ac:grpSpMk id="72" creationId="{D168537E-8382-C385-5E43-2D6B609951EF}"/>
          </ac:grpSpMkLst>
        </pc:grpChg>
        <pc:grpChg chg="mod">
          <ac:chgData name="Björn Meder HMU Potsdam" userId="d258dbf6-ab6a-4282-851d-9abdcd54331d" providerId="ADAL" clId="{4DFD6B1A-A511-587B-86A6-0ACC1CABEBE3}" dt="2025-08-16T07:10:25.549" v="158" actId="1076"/>
          <ac:grpSpMkLst>
            <pc:docMk/>
            <pc:sldMk cId="34156375" sldId="257"/>
            <ac:grpSpMk id="77" creationId="{36459198-76B8-D3CA-9FCE-F5629DE94F10}"/>
          </ac:grpSpMkLst>
        </pc:grp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3" creationId="{87262A04-D6B2-B62C-4AB9-EF3381096A5F}"/>
          </ac:picMkLst>
        </pc:pic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5" creationId="{25651A63-BD5B-5180-4D6C-4EA673E007A3}"/>
          </ac:picMkLst>
        </pc:pic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7" creationId="{84557F7C-25ED-3BC0-924E-223E2103ECA2}"/>
          </ac:picMkLst>
        </pc:pic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9" creationId="{60F49C8D-94D5-8E24-471F-1B1F4E4EFA6E}"/>
          </ac:picMkLst>
        </pc:pic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11" creationId="{D9501E04-E906-806B-912F-F7F535D78242}"/>
          </ac:picMkLst>
        </pc:pic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13" creationId="{EA91C52E-F644-4778-E980-60E549173D18}"/>
          </ac:picMkLst>
        </pc:pic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15" creationId="{0B0EF168-731B-B569-A6B7-AD2D631876C4}"/>
          </ac:picMkLst>
        </pc:pic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17" creationId="{CD740380-890B-97D6-C814-E3D409E951CB}"/>
          </ac:picMkLst>
        </pc:picChg>
        <pc:picChg chg="add mod">
          <ac:chgData name="Björn Meder HMU Potsdam" userId="d258dbf6-ab6a-4282-851d-9abdcd54331d" providerId="ADAL" clId="{4DFD6B1A-A511-587B-86A6-0ACC1CABEBE3}" dt="2025-08-16T07:02:22.350" v="11"/>
          <ac:picMkLst>
            <pc:docMk/>
            <pc:sldMk cId="34156375" sldId="257"/>
            <ac:picMk id="19" creationId="{0EAB9893-86D6-10A2-1EC9-BFCF30CD28C1}"/>
          </ac:picMkLst>
        </pc:picChg>
        <pc:picChg chg="add mod">
          <ac:chgData name="Björn Meder HMU Potsdam" userId="d258dbf6-ab6a-4282-851d-9abdcd54331d" providerId="ADAL" clId="{4DFD6B1A-A511-587B-86A6-0ACC1CABEBE3}" dt="2025-08-16T07:02:33.109" v="13" actId="14100"/>
          <ac:picMkLst>
            <pc:docMk/>
            <pc:sldMk cId="34156375" sldId="257"/>
            <ac:picMk id="23" creationId="{D17B3F28-26F2-87A9-3224-CB6A21435721}"/>
          </ac:picMkLst>
        </pc:picChg>
        <pc:picChg chg="add del mod">
          <ac:chgData name="Björn Meder HMU Potsdam" userId="d258dbf6-ab6a-4282-851d-9abdcd54331d" providerId="ADAL" clId="{4DFD6B1A-A511-587B-86A6-0ACC1CABEBE3}" dt="2025-08-16T07:03:48.357" v="16" actId="478"/>
          <ac:picMkLst>
            <pc:docMk/>
            <pc:sldMk cId="34156375" sldId="257"/>
            <ac:picMk id="24" creationId="{DF7A8E7B-00F9-B07F-A9C9-A788166FD8CA}"/>
          </ac:picMkLst>
        </pc:picChg>
        <pc:picChg chg="add del mod">
          <ac:chgData name="Björn Meder HMU Potsdam" userId="d258dbf6-ab6a-4282-851d-9abdcd54331d" providerId="ADAL" clId="{4DFD6B1A-A511-587B-86A6-0ACC1CABEBE3}" dt="2025-08-16T07:03:48.357" v="16" actId="478"/>
          <ac:picMkLst>
            <pc:docMk/>
            <pc:sldMk cId="34156375" sldId="257"/>
            <ac:picMk id="25" creationId="{50E33874-2044-A564-A34A-45D691935634}"/>
          </ac:picMkLst>
        </pc:picChg>
        <pc:picChg chg="add del mod">
          <ac:chgData name="Björn Meder HMU Potsdam" userId="d258dbf6-ab6a-4282-851d-9abdcd54331d" providerId="ADAL" clId="{4DFD6B1A-A511-587B-86A6-0ACC1CABEBE3}" dt="2025-08-16T07:03:48.357" v="16" actId="478"/>
          <ac:picMkLst>
            <pc:docMk/>
            <pc:sldMk cId="34156375" sldId="257"/>
            <ac:picMk id="26" creationId="{9A9B8CF7-FED5-935A-7BB8-C06564C8A660}"/>
          </ac:picMkLst>
        </pc:picChg>
        <pc:picChg chg="add del mod">
          <ac:chgData name="Björn Meder HMU Potsdam" userId="d258dbf6-ab6a-4282-851d-9abdcd54331d" providerId="ADAL" clId="{4DFD6B1A-A511-587B-86A6-0ACC1CABEBE3}" dt="2025-08-16T07:03:48.357" v="16" actId="478"/>
          <ac:picMkLst>
            <pc:docMk/>
            <pc:sldMk cId="34156375" sldId="257"/>
            <ac:picMk id="27" creationId="{551515E1-907B-CF47-F766-5A57D944916D}"/>
          </ac:picMkLst>
        </pc:picChg>
        <pc:picChg chg="mod topLvl">
          <ac:chgData name="Björn Meder HMU Potsdam" userId="d258dbf6-ab6a-4282-851d-9abdcd54331d" providerId="ADAL" clId="{4DFD6B1A-A511-587B-86A6-0ACC1CABEBE3}" dt="2025-08-16T07:14:44.337" v="215" actId="465"/>
          <ac:picMkLst>
            <pc:docMk/>
            <pc:sldMk cId="34156375" sldId="257"/>
            <ac:picMk id="29" creationId="{52DFD066-56C8-F401-9824-E63A66FD8DE3}"/>
          </ac:picMkLst>
        </pc:picChg>
        <pc:picChg chg="mod topLvl">
          <ac:chgData name="Björn Meder HMU Potsdam" userId="d258dbf6-ab6a-4282-851d-9abdcd54331d" providerId="ADAL" clId="{4DFD6B1A-A511-587B-86A6-0ACC1CABEBE3}" dt="2025-08-16T07:14:40.669" v="214" actId="465"/>
          <ac:picMkLst>
            <pc:docMk/>
            <pc:sldMk cId="34156375" sldId="257"/>
            <ac:picMk id="30" creationId="{E05433B0-B7BA-7A98-207D-239BBB94A262}"/>
          </ac:picMkLst>
        </pc:picChg>
        <pc:picChg chg="mod topLvl">
          <ac:chgData name="Björn Meder HMU Potsdam" userId="d258dbf6-ab6a-4282-851d-9abdcd54331d" providerId="ADAL" clId="{4DFD6B1A-A511-587B-86A6-0ACC1CABEBE3}" dt="2025-08-16T07:14:37.907" v="213" actId="465"/>
          <ac:picMkLst>
            <pc:docMk/>
            <pc:sldMk cId="34156375" sldId="257"/>
            <ac:picMk id="31" creationId="{9BCA3DFD-A3F1-CF71-7602-76C4E6EA2C3E}"/>
          </ac:picMkLst>
        </pc:picChg>
        <pc:picChg chg="mod topLvl">
          <ac:chgData name="Björn Meder HMU Potsdam" userId="d258dbf6-ab6a-4282-851d-9abdcd54331d" providerId="ADAL" clId="{4DFD6B1A-A511-587B-86A6-0ACC1CABEBE3}" dt="2025-08-16T07:14:44.337" v="215" actId="465"/>
          <ac:picMkLst>
            <pc:docMk/>
            <pc:sldMk cId="34156375" sldId="257"/>
            <ac:picMk id="32" creationId="{83AFEAE7-44F2-8648-F279-9487F0178620}"/>
          </ac:picMkLst>
        </pc:picChg>
        <pc:picChg chg="mod topLvl">
          <ac:chgData name="Björn Meder HMU Potsdam" userId="d258dbf6-ab6a-4282-851d-9abdcd54331d" providerId="ADAL" clId="{4DFD6B1A-A511-587B-86A6-0ACC1CABEBE3}" dt="2025-08-16T07:14:44.337" v="215" actId="465"/>
          <ac:picMkLst>
            <pc:docMk/>
            <pc:sldMk cId="34156375" sldId="257"/>
            <ac:picMk id="33" creationId="{0546CB74-262E-BA4F-B904-F814BF6D7321}"/>
          </ac:picMkLst>
        </pc:picChg>
        <pc:picChg chg="mod topLvl">
          <ac:chgData name="Björn Meder HMU Potsdam" userId="d258dbf6-ab6a-4282-851d-9abdcd54331d" providerId="ADAL" clId="{4DFD6B1A-A511-587B-86A6-0ACC1CABEBE3}" dt="2025-08-16T07:14:40.669" v="214" actId="465"/>
          <ac:picMkLst>
            <pc:docMk/>
            <pc:sldMk cId="34156375" sldId="257"/>
            <ac:picMk id="34" creationId="{386DA79D-F596-D613-92F7-3C0158E99893}"/>
          </ac:picMkLst>
        </pc:picChg>
        <pc:picChg chg="mod topLvl">
          <ac:chgData name="Björn Meder HMU Potsdam" userId="d258dbf6-ab6a-4282-851d-9abdcd54331d" providerId="ADAL" clId="{4DFD6B1A-A511-587B-86A6-0ACC1CABEBE3}" dt="2025-08-16T07:14:40.669" v="214" actId="465"/>
          <ac:picMkLst>
            <pc:docMk/>
            <pc:sldMk cId="34156375" sldId="257"/>
            <ac:picMk id="35" creationId="{2E10C79D-1D6D-4A73-621F-8BA18273367D}"/>
          </ac:picMkLst>
        </pc:picChg>
        <pc:picChg chg="mod topLvl">
          <ac:chgData name="Björn Meder HMU Potsdam" userId="d258dbf6-ab6a-4282-851d-9abdcd54331d" providerId="ADAL" clId="{4DFD6B1A-A511-587B-86A6-0ACC1CABEBE3}" dt="2025-08-16T07:14:37.907" v="213" actId="465"/>
          <ac:picMkLst>
            <pc:docMk/>
            <pc:sldMk cId="34156375" sldId="257"/>
            <ac:picMk id="36" creationId="{E0B13C66-5342-D09E-7AAC-82520DC8C39D}"/>
          </ac:picMkLst>
        </pc:picChg>
        <pc:picChg chg="mod topLvl">
          <ac:chgData name="Björn Meder HMU Potsdam" userId="d258dbf6-ab6a-4282-851d-9abdcd54331d" providerId="ADAL" clId="{4DFD6B1A-A511-587B-86A6-0ACC1CABEBE3}" dt="2025-08-16T07:14:37.907" v="213" actId="465"/>
          <ac:picMkLst>
            <pc:docMk/>
            <pc:sldMk cId="34156375" sldId="257"/>
            <ac:picMk id="37" creationId="{AAB0F67F-0AF4-2945-014F-CD1A32645447}"/>
          </ac:picMkLst>
        </pc:picChg>
        <pc:picChg chg="del mod topLvl">
          <ac:chgData name="Björn Meder HMU Potsdam" userId="d258dbf6-ab6a-4282-851d-9abdcd54331d" providerId="ADAL" clId="{4DFD6B1A-A511-587B-86A6-0ACC1CABEBE3}" dt="2025-08-16T07:02:00.400" v="10" actId="478"/>
          <ac:picMkLst>
            <pc:docMk/>
            <pc:sldMk cId="34156375" sldId="257"/>
            <ac:picMk id="73" creationId="{72F34CD0-FCE4-F720-D4B1-92E171AE7CB7}"/>
          </ac:picMkLst>
        </pc:picChg>
        <pc:picChg chg="del mod topLvl">
          <ac:chgData name="Björn Meder HMU Potsdam" userId="d258dbf6-ab6a-4282-851d-9abdcd54331d" providerId="ADAL" clId="{4DFD6B1A-A511-587B-86A6-0ACC1CABEBE3}" dt="2025-08-16T07:02:00.400" v="10" actId="478"/>
          <ac:picMkLst>
            <pc:docMk/>
            <pc:sldMk cId="34156375" sldId="257"/>
            <ac:picMk id="74" creationId="{AB9CBE55-907A-5A47-5A69-A79F5093FBDB}"/>
          </ac:picMkLst>
        </pc:picChg>
        <pc:picChg chg="del mod topLvl">
          <ac:chgData name="Björn Meder HMU Potsdam" userId="d258dbf6-ab6a-4282-851d-9abdcd54331d" providerId="ADAL" clId="{4DFD6B1A-A511-587B-86A6-0ACC1CABEBE3}" dt="2025-08-16T07:02:00.400" v="10" actId="478"/>
          <ac:picMkLst>
            <pc:docMk/>
            <pc:sldMk cId="34156375" sldId="257"/>
            <ac:picMk id="75" creationId="{8D96A265-73C6-3DB5-0088-530A2E3851D2}"/>
          </ac:picMkLst>
        </pc:picChg>
        <pc:picChg chg="del">
          <ac:chgData name="Björn Meder HMU Potsdam" userId="d258dbf6-ab6a-4282-851d-9abdcd54331d" providerId="ADAL" clId="{4DFD6B1A-A511-587B-86A6-0ACC1CABEBE3}" dt="2025-08-16T07:01:36.082" v="1" actId="478"/>
          <ac:picMkLst>
            <pc:docMk/>
            <pc:sldMk cId="34156375" sldId="257"/>
            <ac:picMk id="76" creationId="{1FEA5B02-A90B-9816-552C-7B381CCE0C53}"/>
          </ac:picMkLst>
        </pc:picChg>
      </pc:sldChg>
    </pc:docChg>
  </pc:docChgLst>
  <pc:docChgLst>
    <pc:chgData name="Björn Meder HMU Potsdam" userId="d258dbf6-ab6a-4282-851d-9abdcd54331d" providerId="ADAL" clId="{B6D57924-B848-2742-8D38-F6230294B7DC}"/>
    <pc:docChg chg="custSel addSld delSld modSld modMainMaster">
      <pc:chgData name="Björn Meder HMU Potsdam" userId="d258dbf6-ab6a-4282-851d-9abdcd54331d" providerId="ADAL" clId="{B6D57924-B848-2742-8D38-F6230294B7DC}" dt="2025-07-31T17:45:04.732" v="54" actId="2696"/>
      <pc:docMkLst>
        <pc:docMk/>
      </pc:docMkLst>
      <pc:sldChg chg="addSp delSp modSp mod">
        <pc:chgData name="Björn Meder HMU Potsdam" userId="d258dbf6-ab6a-4282-851d-9abdcd54331d" providerId="ADAL" clId="{B6D57924-B848-2742-8D38-F6230294B7DC}" dt="2025-07-31T12:15:23.197" v="47" actId="1038"/>
        <pc:sldMkLst>
          <pc:docMk/>
          <pc:sldMk cId="1845256045" sldId="256"/>
        </pc:sldMkLst>
        <pc:spChg chg="mod">
          <ac:chgData name="Björn Meder HMU Potsdam" userId="d258dbf6-ab6a-4282-851d-9abdcd54331d" providerId="ADAL" clId="{B6D57924-B848-2742-8D38-F6230294B7DC}" dt="2025-07-31T12:15:09.225" v="13" actId="1036"/>
          <ac:spMkLst>
            <pc:docMk/>
            <pc:sldMk cId="1845256045" sldId="256"/>
            <ac:spMk id="80" creationId="{E71E4D08-87DF-61BD-C1FF-2F48DF5FBA20}"/>
          </ac:spMkLst>
        </pc:spChg>
        <pc:spChg chg="mod">
          <ac:chgData name="Björn Meder HMU Potsdam" userId="d258dbf6-ab6a-4282-851d-9abdcd54331d" providerId="ADAL" clId="{B6D57924-B848-2742-8D38-F6230294B7DC}" dt="2025-07-31T12:15:23.197" v="47" actId="1038"/>
          <ac:spMkLst>
            <pc:docMk/>
            <pc:sldMk cId="1845256045" sldId="256"/>
            <ac:spMk id="81" creationId="{3B97A300-5E81-4CF9-CCD4-584F03355EDB}"/>
          </ac:spMkLst>
        </pc:spChg>
        <pc:spChg chg="add mod">
          <ac:chgData name="Björn Meder HMU Potsdam" userId="d258dbf6-ab6a-4282-851d-9abdcd54331d" providerId="ADAL" clId="{B6D57924-B848-2742-8D38-F6230294B7DC}" dt="2025-07-31T12:15:18.386" v="31" actId="1037"/>
          <ac:spMkLst>
            <pc:docMk/>
            <pc:sldMk cId="1845256045" sldId="256"/>
            <ac:spMk id="82" creationId="{371E1DE2-74FF-C979-AD89-03EF229E06B5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5" creationId="{853AB7EB-6194-7658-67E5-1A34E32737F8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6" creationId="{98D8540B-28A8-C964-0916-98ADBC06B2E0}"/>
          </ac:spMkLst>
        </pc:spChg>
        <pc:spChg chg="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7" creationId="{DB945779-C1E9-8AC7-D3F0-FB76AB437AA0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8" creationId="{8B661F2B-11F7-51BE-AAC8-BBC669B48D45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9" creationId="{E179F596-7D73-38BB-DAF4-17F6B8510B7F}"/>
          </ac:spMkLst>
        </pc:spChg>
        <pc:spChg chg="add mod">
          <ac:chgData name="Björn Meder HMU Potsdam" userId="d258dbf6-ab6a-4282-851d-9abdcd54331d" providerId="ADAL" clId="{B6D57924-B848-2742-8D38-F6230294B7DC}" dt="2025-07-31T12:14:57.816" v="9"/>
          <ac:spMkLst>
            <pc:docMk/>
            <pc:sldMk cId="1845256045" sldId="256"/>
            <ac:spMk id="90" creationId="{D5F5B5AA-6D10-2387-9C82-493513E83EED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92" creationId="{CC7728F4-E58A-CD50-621E-09FFC051CADB}"/>
          </ac:spMkLst>
        </pc:spChg>
        <pc:spChg chg="add mod">
          <ac:chgData name="Björn Meder HMU Potsdam" userId="d258dbf6-ab6a-4282-851d-9abdcd54331d" providerId="ADAL" clId="{B6D57924-B848-2742-8D38-F6230294B7DC}" dt="2025-07-31T12:14:57.816" v="9"/>
          <ac:spMkLst>
            <pc:docMk/>
            <pc:sldMk cId="1845256045" sldId="256"/>
            <ac:spMk id="95" creationId="{1A1CA980-DEBE-7ED3-FCBB-F27C08FFC466}"/>
          </ac:spMkLst>
        </pc:spChg>
        <pc:spChg chg="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96" creationId="{BC70F5D4-92D3-9A8C-3B4A-63DA43F4707A}"/>
          </ac:spMkLst>
        </pc:spChg>
        <pc:spChg chg="mod">
          <ac:chgData name="Björn Meder HMU Potsdam" userId="d258dbf6-ab6a-4282-851d-9abdcd54331d" providerId="ADAL" clId="{B6D57924-B848-2742-8D38-F6230294B7DC}" dt="2025-07-31T12:14:57.816" v="9"/>
          <ac:spMkLst>
            <pc:docMk/>
            <pc:sldMk cId="1845256045" sldId="256"/>
            <ac:spMk id="98" creationId="{5A057943-34A0-3508-F911-C78D2758DCDF}"/>
          </ac:spMkLst>
        </pc:spChg>
        <pc:spChg chg="add mod">
          <ac:chgData name="Björn Meder HMU Potsdam" userId="d258dbf6-ab6a-4282-851d-9abdcd54331d" providerId="ADAL" clId="{B6D57924-B848-2742-8D38-F6230294B7DC}" dt="2025-07-31T12:14:57.816" v="9"/>
          <ac:spMkLst>
            <pc:docMk/>
            <pc:sldMk cId="1845256045" sldId="256"/>
            <ac:spMk id="100" creationId="{69C215B1-3CF1-6167-D884-7C75549F646D}"/>
          </ac:spMkLst>
        </pc:spChg>
      </pc:sldChg>
      <pc:sldChg chg="addSp delSp modSp new del mod">
        <pc:chgData name="Björn Meder HMU Potsdam" userId="d258dbf6-ab6a-4282-851d-9abdcd54331d" providerId="ADAL" clId="{B6D57924-B848-2742-8D38-F6230294B7DC}" dt="2025-07-31T17:45:04.732" v="54" actId="2696"/>
        <pc:sldMkLst>
          <pc:docMk/>
          <pc:sldMk cId="1595734359" sldId="257"/>
        </pc:sldMkLst>
      </pc:sldChg>
      <pc:sldMasterChg chg="modSp modSldLayout">
        <pc:chgData name="Björn Meder HMU Potsdam" userId="d258dbf6-ab6a-4282-851d-9abdcd54331d" providerId="ADAL" clId="{B6D57924-B848-2742-8D38-F6230294B7DC}" dt="2025-07-31T12:14:45.714" v="5"/>
        <pc:sldMasterMkLst>
          <pc:docMk/>
          <pc:sldMasterMk cId="2618204342" sldId="2147483696"/>
        </pc:sldMasterMkLst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4028182537" sldId="2147483697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94315151" sldId="2147483699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603476742" sldId="2147483700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745039881" sldId="2147483701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1001682325" sldId="2147483704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2365256577" sldId="2147483705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3918179759" sldId="2147483707"/>
          </pc:sldLayoutMkLst>
        </pc:sldLayoutChg>
      </pc:sldMasterChg>
      <pc:sldMasterChg chg="modSp modSldLayout">
        <pc:chgData name="Björn Meder HMU Potsdam" userId="d258dbf6-ab6a-4282-851d-9abdcd54331d" providerId="ADAL" clId="{B6D57924-B848-2742-8D38-F6230294B7DC}" dt="2025-07-31T12:14:56.840" v="8"/>
        <pc:sldMasterMkLst>
          <pc:docMk/>
          <pc:sldMasterMk cId="4117015308" sldId="2147483708"/>
        </pc:sldMasterMkLst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1280892548" sldId="2147483709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1884543042" sldId="2147483711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2899403362" sldId="2147483712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3191287041" sldId="2147483713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2492687080" sldId="2147483716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319162707" sldId="2147483717"/>
          </pc:sldLayoutMkLst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3894819517" sldId="214748371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5055" y="706933"/>
            <a:ext cx="12150329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2268784"/>
            <a:ext cx="12150329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654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51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2" y="1076898"/>
            <a:ext cx="13972878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2" y="2890725"/>
            <a:ext cx="13972878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27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1149890"/>
            <a:ext cx="6885186" cy="274073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1149890"/>
            <a:ext cx="6885186" cy="274073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978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229978"/>
            <a:ext cx="13972878" cy="834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1" y="1058899"/>
            <a:ext cx="6853544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1" y="1577849"/>
            <a:ext cx="6853544" cy="23207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2" y="1058899"/>
            <a:ext cx="6887296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2" y="1577849"/>
            <a:ext cx="6887296" cy="23207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72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12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7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287972"/>
            <a:ext cx="5225062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621941"/>
            <a:ext cx="8201472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1295877"/>
            <a:ext cx="5225062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58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287972"/>
            <a:ext cx="5225062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621941"/>
            <a:ext cx="8201472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1295877"/>
            <a:ext cx="5225062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09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142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39" y="229978"/>
            <a:ext cx="3493219" cy="366065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0" y="229978"/>
            <a:ext cx="10277153" cy="366065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67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229978"/>
            <a:ext cx="13972878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1149890"/>
            <a:ext cx="13972878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4003618"/>
            <a:ext cx="364509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85FBF7-6189-C04A-8896-44241FF05286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4003618"/>
            <a:ext cx="5467648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4003618"/>
            <a:ext cx="364509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768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2.png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0" Type="http://schemas.openxmlformats.org/officeDocument/2006/relationships/image" Target="../media/image9.emf"/><Relationship Id="rId4" Type="http://schemas.openxmlformats.org/officeDocument/2006/relationships/image" Target="../media/image3.png"/><Relationship Id="rId9" Type="http://schemas.openxmlformats.org/officeDocument/2006/relationships/image" Target="../media/image8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emf"/><Relationship Id="rId7" Type="http://schemas.openxmlformats.org/officeDocument/2006/relationships/image" Target="../media/image2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4.png"/><Relationship Id="rId4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39A1-19A3-6D2C-5193-3ECE62E32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36459198-76B8-D3CA-9FCE-F5629DE94F10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439773"/>
            <a:ext cx="6058691" cy="3815861"/>
            <a:chOff x="231563" y="2575404"/>
            <a:chExt cx="4962849" cy="3125682"/>
          </a:xfrm>
        </p:grpSpPr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F1F804AA-E7C7-4FCC-6B06-572AE11F7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664" t="21611" r="5353" b="22976"/>
            <a:stretch>
              <a:fillRect/>
            </a:stretch>
          </p:blipFill>
          <p:spPr>
            <a:xfrm>
              <a:off x="231563" y="2575404"/>
              <a:ext cx="4962849" cy="3125682"/>
            </a:xfrm>
            <a:prstGeom prst="rect">
              <a:avLst/>
            </a:prstGeom>
          </p:spPr>
        </p:pic>
        <p:pic>
          <p:nvPicPr>
            <p:cNvPr id="79" name="Image" descr="Image">
              <a:extLst>
                <a:ext uri="{FF2B5EF4-FFF2-40B4-BE49-F238E27FC236}">
                  <a16:creationId xmlns:a16="http://schemas.microsoft.com/office/drawing/2014/main" id="{0AC04362-A952-D7F8-4AB6-8366130A0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7664" y="2994339"/>
              <a:ext cx="2499461" cy="1728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66D5D2D8-0186-ECD1-9EC5-73B8BEE98C7E}"/>
              </a:ext>
            </a:extLst>
          </p:cNvPr>
          <p:cNvSpPr txBox="1"/>
          <p:nvPr/>
        </p:nvSpPr>
        <p:spPr>
          <a:xfrm>
            <a:off x="2508719" y="-8041"/>
            <a:ext cx="85779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Task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125EBF5-6832-456B-2CDF-E8692B33E80F}"/>
              </a:ext>
            </a:extLst>
          </p:cNvPr>
          <p:cNvSpPr txBox="1"/>
          <p:nvPr/>
        </p:nvSpPr>
        <p:spPr>
          <a:xfrm>
            <a:off x="13182730" y="-8041"/>
            <a:ext cx="213109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Environments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742D483-3BB8-F19F-AD95-DC15E06CB777}"/>
              </a:ext>
            </a:extLst>
          </p:cNvPr>
          <p:cNvSpPr txBox="1"/>
          <p:nvPr/>
        </p:nvSpPr>
        <p:spPr>
          <a:xfrm>
            <a:off x="8018304" y="-8041"/>
            <a:ext cx="172271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Procedure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AF95C4E-75FA-69B7-645A-12A8B27CADAC}"/>
              </a:ext>
            </a:extLst>
          </p:cNvPr>
          <p:cNvSpPr>
            <a:spLocks noChangeAspect="1"/>
          </p:cNvSpPr>
          <p:nvPr/>
        </p:nvSpPr>
        <p:spPr>
          <a:xfrm>
            <a:off x="7469743" y="628800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4" name="Image" descr="Image">
            <a:extLst>
              <a:ext uri="{FF2B5EF4-FFF2-40B4-BE49-F238E27FC236}">
                <a16:creationId xmlns:a16="http://schemas.microsoft.com/office/drawing/2014/main" id="{1DD9E925-C374-1C73-FEC5-7FDFAE27F0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4" t="1330" r="32651" b="1508"/>
          <a:stretch>
            <a:fillRect/>
          </a:stretch>
        </p:blipFill>
        <p:spPr>
          <a:xfrm>
            <a:off x="7490577" y="655443"/>
            <a:ext cx="1188000" cy="11880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C1960B97-28BF-1A04-BA65-95D4D2C8CD53}"/>
              </a:ext>
            </a:extLst>
          </p:cNvPr>
          <p:cNvSpPr>
            <a:spLocks noChangeAspect="1"/>
          </p:cNvSpPr>
          <p:nvPr/>
        </p:nvSpPr>
        <p:spPr>
          <a:xfrm>
            <a:off x="7929446" y="1019166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227A0CD-4A06-DF50-F244-0A6B2ED3E7CF}"/>
              </a:ext>
            </a:extLst>
          </p:cNvPr>
          <p:cNvSpPr>
            <a:spLocks noChangeAspect="1"/>
          </p:cNvSpPr>
          <p:nvPr/>
        </p:nvSpPr>
        <p:spPr>
          <a:xfrm>
            <a:off x="8202941" y="1296288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76649FF-65A7-9588-1976-192CDE45CB20}"/>
              </a:ext>
            </a:extLst>
          </p:cNvPr>
          <p:cNvSpPr>
            <a:spLocks noChangeAspect="1"/>
          </p:cNvSpPr>
          <p:nvPr/>
        </p:nvSpPr>
        <p:spPr>
          <a:xfrm>
            <a:off x="8476436" y="1573410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13ED1F4-2010-32D6-E938-E0D71D3F830B}"/>
              </a:ext>
            </a:extLst>
          </p:cNvPr>
          <p:cNvSpPr>
            <a:spLocks noChangeAspect="1"/>
          </p:cNvSpPr>
          <p:nvPr/>
        </p:nvSpPr>
        <p:spPr>
          <a:xfrm>
            <a:off x="8749931" y="1850532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9F3DC06C-FAF3-E4D7-537E-1506A017F0A0}"/>
              </a:ext>
            </a:extLst>
          </p:cNvPr>
          <p:cNvSpPr>
            <a:spLocks noChangeAspect="1"/>
          </p:cNvSpPr>
          <p:nvPr/>
        </p:nvSpPr>
        <p:spPr>
          <a:xfrm>
            <a:off x="9023426" y="2127654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483518A-A1EE-FE16-E97F-DED529FA1394}"/>
              </a:ext>
            </a:extLst>
          </p:cNvPr>
          <p:cNvSpPr>
            <a:spLocks noChangeAspect="1"/>
          </p:cNvSpPr>
          <p:nvPr/>
        </p:nvSpPr>
        <p:spPr>
          <a:xfrm>
            <a:off x="9296921" y="2404776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176E01C-3CDC-DB8D-AB3D-8BF5904D1941}"/>
              </a:ext>
            </a:extLst>
          </p:cNvPr>
          <p:cNvSpPr>
            <a:spLocks noChangeAspect="1"/>
          </p:cNvSpPr>
          <p:nvPr/>
        </p:nvSpPr>
        <p:spPr>
          <a:xfrm>
            <a:off x="9570416" y="2681898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E24AE1A-6FD8-435F-CF2F-E0D1552D29A1}"/>
              </a:ext>
            </a:extLst>
          </p:cNvPr>
          <p:cNvSpPr txBox="1"/>
          <p:nvPr/>
        </p:nvSpPr>
        <p:spPr>
          <a:xfrm>
            <a:off x="6423782" y="713773"/>
            <a:ext cx="891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Tutorial</a:t>
            </a:r>
          </a:p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round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5BB5E33-EBC4-BE83-BA81-9BF77F7756F4}"/>
              </a:ext>
            </a:extLst>
          </p:cNvPr>
          <p:cNvSpPr txBox="1"/>
          <p:nvPr/>
        </p:nvSpPr>
        <p:spPr>
          <a:xfrm>
            <a:off x="6423782" y="1772136"/>
            <a:ext cx="1147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8 rounds of search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EE583D75-5A3F-4F00-170A-0D1CE9FC0573}"/>
              </a:ext>
            </a:extLst>
          </p:cNvPr>
          <p:cNvCxnSpPr>
            <a:cxnSpLocks/>
          </p:cNvCxnSpPr>
          <p:nvPr/>
        </p:nvCxnSpPr>
        <p:spPr>
          <a:xfrm>
            <a:off x="9557902" y="628800"/>
            <a:ext cx="2416777" cy="2777280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B352BF44-E0FB-FFA5-6917-E9F3F12458A8}"/>
              </a:ext>
            </a:extLst>
          </p:cNvPr>
          <p:cNvSpPr txBox="1"/>
          <p:nvPr/>
        </p:nvSpPr>
        <p:spPr>
          <a:xfrm rot="2940000">
            <a:off x="10253457" y="1580231"/>
            <a:ext cx="1310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Time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D8DB33C-C41A-C9AF-DCD5-0B38DE49F470}"/>
              </a:ext>
            </a:extLst>
          </p:cNvPr>
          <p:cNvSpPr txBox="1"/>
          <p:nvPr/>
        </p:nvSpPr>
        <p:spPr>
          <a:xfrm>
            <a:off x="6423782" y="2600339"/>
            <a:ext cx="1764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25 clicks in each round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4F165C9E-8617-AFD8-4A21-3F9FBC2CCE8D}"/>
              </a:ext>
            </a:extLst>
          </p:cNvPr>
          <p:cNvGrpSpPr/>
          <p:nvPr/>
        </p:nvGrpSpPr>
        <p:grpSpPr>
          <a:xfrm>
            <a:off x="9941459" y="3031634"/>
            <a:ext cx="1224000" cy="1224000"/>
            <a:chOff x="15216601" y="25659727"/>
            <a:chExt cx="1224000" cy="1224000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09915252-220B-E7E3-6502-BB7A868C3F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216601" y="25659727"/>
              <a:ext cx="1224000" cy="122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F18CF5DF-C8D5-E8C0-47A2-7B403E6A7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38"/>
            <a:stretch>
              <a:fillRect/>
            </a:stretch>
          </p:blipFill>
          <p:spPr>
            <a:xfrm>
              <a:off x="15241862" y="25687196"/>
              <a:ext cx="1188000" cy="1188000"/>
            </a:xfrm>
            <a:prstGeom prst="rect">
              <a:avLst/>
            </a:prstGeom>
          </p:spPr>
        </p:pic>
      </p:grpSp>
      <p:sp>
        <p:nvSpPr>
          <p:cNvPr id="100" name="TextBox 99">
            <a:extLst>
              <a:ext uri="{FF2B5EF4-FFF2-40B4-BE49-F238E27FC236}">
                <a16:creationId xmlns:a16="http://schemas.microsoft.com/office/drawing/2014/main" id="{99FB87C8-70F5-A168-2F03-1FB715C6666F}"/>
              </a:ext>
            </a:extLst>
          </p:cNvPr>
          <p:cNvSpPr txBox="1"/>
          <p:nvPr/>
        </p:nvSpPr>
        <p:spPr>
          <a:xfrm>
            <a:off x="6423782" y="3351654"/>
            <a:ext cx="19956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”Bonus round” with reward predictions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2DFD066-56C8-F401-9824-E63A66FD8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4836" y="3204369"/>
            <a:ext cx="1036408" cy="103640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5433B0-B7BA-7A98-207D-239BBB94A2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43256" y="3204369"/>
            <a:ext cx="1036408" cy="103640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BCA3DFD-A3F1-CF71-7602-76C4E6EA2C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91676" y="3204369"/>
            <a:ext cx="1036408" cy="103640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3AFEAE7-44F2-8648-F279-9487F01786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94836" y="640776"/>
            <a:ext cx="1036408" cy="103640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546CB74-262E-BA4F-B904-F814BF6D732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94836" y="1922572"/>
            <a:ext cx="1036408" cy="103640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86DA79D-F596-D613-92F7-3C0158E9989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643256" y="1922572"/>
            <a:ext cx="1036408" cy="103640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E10C79D-1D6D-4A73-621F-8BA18273367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43256" y="640776"/>
            <a:ext cx="1036408" cy="103640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0B13C66-5342-D09E-7AAC-82520DC8C39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91676" y="1922572"/>
            <a:ext cx="1036408" cy="10364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AB0F67F-0AF4-2945-014F-CD1A32645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91676" y="640776"/>
            <a:ext cx="1036408" cy="103640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48CD114-3C19-C02E-BA6B-DD5CD0D288FC}"/>
              </a:ext>
            </a:extLst>
          </p:cNvPr>
          <p:cNvSpPr txBox="1"/>
          <p:nvPr/>
        </p:nvSpPr>
        <p:spPr>
          <a:xfrm>
            <a:off x="2761202" y="1012162"/>
            <a:ext cx="216000" cy="216000"/>
          </a:xfrm>
          <a:prstGeom prst="rect">
            <a:avLst/>
          </a:prstGeom>
          <a:solidFill>
            <a:srgbClr val="FDD7A1"/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/>
              <a:t>12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AEBB63-8371-464C-88DF-09CD8F6461BB}"/>
              </a:ext>
            </a:extLst>
          </p:cNvPr>
          <p:cNvSpPr txBox="1"/>
          <p:nvPr/>
        </p:nvSpPr>
        <p:spPr>
          <a:xfrm>
            <a:off x="2772354" y="1523602"/>
            <a:ext cx="216000" cy="216000"/>
          </a:xfrm>
          <a:prstGeom prst="rect">
            <a:avLst/>
          </a:prstGeom>
          <a:solidFill>
            <a:srgbClr val="FEE2BC"/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ADF8AA-678C-83A0-EAC3-BD2B4D45577A}"/>
              </a:ext>
            </a:extLst>
          </p:cNvPr>
          <p:cNvSpPr txBox="1"/>
          <p:nvPr/>
        </p:nvSpPr>
        <p:spPr>
          <a:xfrm>
            <a:off x="2269254" y="1523602"/>
            <a:ext cx="216000" cy="180000"/>
          </a:xfrm>
          <a:prstGeom prst="rect">
            <a:avLst/>
          </a:prstGeom>
          <a:solidFill>
            <a:srgbClr val="FEE9C9"/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D13226-896A-A190-5957-A0CBFA31C357}"/>
              </a:ext>
            </a:extLst>
          </p:cNvPr>
          <p:cNvSpPr txBox="1"/>
          <p:nvPr/>
        </p:nvSpPr>
        <p:spPr>
          <a:xfrm>
            <a:off x="2534050" y="1785862"/>
            <a:ext cx="216000" cy="180000"/>
          </a:xfrm>
          <a:prstGeom prst="rect">
            <a:avLst/>
          </a:prstGeom>
          <a:solidFill>
            <a:srgbClr val="FEE0B6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0CF696-3888-E86C-81FD-F695DFE89A32}"/>
              </a:ext>
            </a:extLst>
          </p:cNvPr>
          <p:cNvSpPr txBox="1"/>
          <p:nvPr/>
        </p:nvSpPr>
        <p:spPr>
          <a:xfrm>
            <a:off x="1774256" y="1785862"/>
            <a:ext cx="216000" cy="180000"/>
          </a:xfrm>
          <a:prstGeom prst="rect">
            <a:avLst/>
          </a:prstGeom>
          <a:solidFill>
            <a:srgbClr val="FDD7A1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12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A2092D-2AD1-1ABE-62A0-837A0E74BDFA}"/>
              </a:ext>
            </a:extLst>
          </p:cNvPr>
          <p:cNvSpPr txBox="1"/>
          <p:nvPr/>
        </p:nvSpPr>
        <p:spPr>
          <a:xfrm>
            <a:off x="1779783" y="2282785"/>
            <a:ext cx="216000" cy="180000"/>
          </a:xfrm>
          <a:prstGeom prst="rect">
            <a:avLst/>
          </a:prstGeom>
          <a:solidFill>
            <a:srgbClr val="EC5F43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32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23E07B-5A06-F267-8220-0390F1D57091}"/>
              </a:ext>
            </a:extLst>
          </p:cNvPr>
          <p:cNvSpPr txBox="1"/>
          <p:nvPr/>
        </p:nvSpPr>
        <p:spPr>
          <a:xfrm>
            <a:off x="2764774" y="2282785"/>
            <a:ext cx="216000" cy="180000"/>
          </a:xfrm>
          <a:prstGeom prst="rect">
            <a:avLst/>
          </a:prstGeom>
          <a:solidFill>
            <a:srgbClr val="FC946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24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F2BC21-1865-99FF-0648-5627C4C27389}"/>
              </a:ext>
            </a:extLst>
          </p:cNvPr>
          <p:cNvSpPr txBox="1"/>
          <p:nvPr/>
        </p:nvSpPr>
        <p:spPr>
          <a:xfrm>
            <a:off x="1537502" y="2537016"/>
            <a:ext cx="216000" cy="180000"/>
          </a:xfrm>
          <a:prstGeom prst="rect">
            <a:avLst/>
          </a:prstGeom>
          <a:solidFill>
            <a:srgbClr val="C91D13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40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58EAA9-DAFB-098A-5368-C11F71E605C2}"/>
              </a:ext>
            </a:extLst>
          </p:cNvPr>
          <p:cNvSpPr txBox="1"/>
          <p:nvPr/>
        </p:nvSpPr>
        <p:spPr>
          <a:xfrm>
            <a:off x="1776673" y="2537016"/>
            <a:ext cx="216000" cy="180000"/>
          </a:xfrm>
          <a:prstGeom prst="rect">
            <a:avLst/>
          </a:prstGeom>
          <a:solidFill>
            <a:srgbClr val="BD0E08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42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3862DE-1F5F-3CB4-07A4-A2A0AC47CD6A}"/>
              </a:ext>
            </a:extLst>
          </p:cNvPr>
          <p:cNvSpPr txBox="1"/>
          <p:nvPr/>
        </p:nvSpPr>
        <p:spPr>
          <a:xfrm>
            <a:off x="2277197" y="2537016"/>
            <a:ext cx="216000" cy="180000"/>
          </a:xfrm>
          <a:prstGeom prst="rect">
            <a:avLst/>
          </a:prstGeom>
          <a:solidFill>
            <a:srgbClr val="E2442F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59F1C9-120F-B885-8620-D6B2621134D8}"/>
              </a:ext>
            </a:extLst>
          </p:cNvPr>
          <p:cNvSpPr txBox="1"/>
          <p:nvPr/>
        </p:nvSpPr>
        <p:spPr>
          <a:xfrm>
            <a:off x="2772354" y="2537016"/>
            <a:ext cx="216000" cy="180000"/>
          </a:xfrm>
          <a:prstGeom prst="rect">
            <a:avLst/>
          </a:prstGeom>
          <a:solidFill>
            <a:srgbClr val="F5724E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29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8966E5-28BF-258F-CA2E-93BA17BD83D8}"/>
              </a:ext>
            </a:extLst>
          </p:cNvPr>
          <p:cNvSpPr txBox="1"/>
          <p:nvPr/>
        </p:nvSpPr>
        <p:spPr>
          <a:xfrm>
            <a:off x="1545121" y="2797410"/>
            <a:ext cx="216000" cy="180000"/>
          </a:xfrm>
          <a:prstGeom prst="rect">
            <a:avLst/>
          </a:prstGeom>
          <a:solidFill>
            <a:srgbClr val="BD0E08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42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AA6E67-C047-6B9E-034C-90BA401825AA}"/>
              </a:ext>
            </a:extLst>
          </p:cNvPr>
          <p:cNvSpPr txBox="1"/>
          <p:nvPr/>
        </p:nvSpPr>
        <p:spPr>
          <a:xfrm>
            <a:off x="1785488" y="2797410"/>
            <a:ext cx="216000" cy="180000"/>
          </a:xfrm>
          <a:prstGeom prst="rect">
            <a:avLst/>
          </a:prstGeom>
          <a:solidFill>
            <a:srgbClr val="AC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4A9CC0-2D13-27CF-CD9C-437FE6EBD294}"/>
              </a:ext>
            </a:extLst>
          </p:cNvPr>
          <p:cNvSpPr txBox="1"/>
          <p:nvPr/>
        </p:nvSpPr>
        <p:spPr>
          <a:xfrm>
            <a:off x="2037427" y="2797410"/>
            <a:ext cx="216000" cy="180000"/>
          </a:xfrm>
          <a:prstGeom prst="rect">
            <a:avLst/>
          </a:prstGeom>
          <a:solidFill>
            <a:srgbClr val="B201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1200" dirty="0"/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34156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8C5A062D-DCEF-9B03-BB80-80805C9B5A1A}"/>
              </a:ext>
            </a:extLst>
          </p:cNvPr>
          <p:cNvGrpSpPr>
            <a:grpSpLocks noChangeAspect="1"/>
          </p:cNvGrpSpPr>
          <p:nvPr/>
        </p:nvGrpSpPr>
        <p:grpSpPr>
          <a:xfrm>
            <a:off x="12305948" y="647296"/>
            <a:ext cx="3686651" cy="3464787"/>
            <a:chOff x="12921456" y="19185731"/>
            <a:chExt cx="7395448" cy="6950372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4D833517-E369-DC4E-36B8-412528AFB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921456" y="19185731"/>
              <a:ext cx="4432300" cy="4432300"/>
            </a:xfrm>
            <a:prstGeom prst="rect">
              <a:avLst/>
            </a:prstGeom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3C7E44D5-EF63-5F2B-8524-635565F7A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44222" y="20062522"/>
              <a:ext cx="4432300" cy="4432300"/>
            </a:xfrm>
            <a:prstGeom prst="rect">
              <a:avLst/>
            </a:prstGeom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F1327967-F772-544C-68D0-48B785722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966988" y="20939313"/>
              <a:ext cx="4432300" cy="4432300"/>
            </a:xfrm>
            <a:prstGeom prst="rect">
              <a:avLst/>
            </a:prstGeom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EBC2816A-6DEB-6258-6E29-8E52FFF3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51247"/>
            <a:stretch>
              <a:fillRect/>
            </a:stretch>
          </p:blipFill>
          <p:spPr>
            <a:xfrm>
              <a:off x="15989755" y="21816103"/>
              <a:ext cx="4327149" cy="4320000"/>
            </a:xfrm>
            <a:prstGeom prst="rect">
              <a:avLst/>
            </a:prstGeom>
          </p:spPr>
        </p:pic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AC4BBE2-0F68-D05C-5DA1-BF71C5CC5F0B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439773"/>
            <a:ext cx="6058691" cy="3815861"/>
            <a:chOff x="231563" y="2575404"/>
            <a:chExt cx="4962849" cy="3125682"/>
          </a:xfrm>
        </p:grpSpPr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BDFA837-32AC-4361-D200-E5293BB27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6664" t="21611" r="5353" b="22976"/>
            <a:stretch>
              <a:fillRect/>
            </a:stretch>
          </p:blipFill>
          <p:spPr>
            <a:xfrm>
              <a:off x="231563" y="2575404"/>
              <a:ext cx="4962849" cy="3125682"/>
            </a:xfrm>
            <a:prstGeom prst="rect">
              <a:avLst/>
            </a:prstGeom>
          </p:spPr>
        </p:pic>
        <p:pic>
          <p:nvPicPr>
            <p:cNvPr id="79" name="Image" descr="Image">
              <a:extLst>
                <a:ext uri="{FF2B5EF4-FFF2-40B4-BE49-F238E27FC236}">
                  <a16:creationId xmlns:a16="http://schemas.microsoft.com/office/drawing/2014/main" id="{2CE87A36-6892-A49A-9610-B6CBDCA82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427664" y="2994339"/>
              <a:ext cx="2499461" cy="1728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71E4D08-87DF-61BD-C1FF-2F48DF5FBA20}"/>
              </a:ext>
            </a:extLst>
          </p:cNvPr>
          <p:cNvSpPr txBox="1"/>
          <p:nvPr/>
        </p:nvSpPr>
        <p:spPr>
          <a:xfrm>
            <a:off x="2508719" y="-8041"/>
            <a:ext cx="85779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Task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97A300-5E81-4CF9-CCD4-584F03355EDB}"/>
              </a:ext>
            </a:extLst>
          </p:cNvPr>
          <p:cNvSpPr txBox="1"/>
          <p:nvPr/>
        </p:nvSpPr>
        <p:spPr>
          <a:xfrm>
            <a:off x="13017630" y="-8041"/>
            <a:ext cx="213109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Environments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71E1DE2-74FF-C979-AD89-03EF229E06B5}"/>
              </a:ext>
            </a:extLst>
          </p:cNvPr>
          <p:cNvSpPr txBox="1"/>
          <p:nvPr/>
        </p:nvSpPr>
        <p:spPr>
          <a:xfrm>
            <a:off x="8018304" y="-8041"/>
            <a:ext cx="172271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Procedure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6EC10D9-3FDA-5494-AF01-A99DDF2E3259}"/>
              </a:ext>
            </a:extLst>
          </p:cNvPr>
          <p:cNvSpPr>
            <a:spLocks noChangeAspect="1"/>
          </p:cNvSpPr>
          <p:nvPr/>
        </p:nvSpPr>
        <p:spPr>
          <a:xfrm>
            <a:off x="7469743" y="628800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4" name="Image" descr="Image">
            <a:extLst>
              <a:ext uri="{FF2B5EF4-FFF2-40B4-BE49-F238E27FC236}">
                <a16:creationId xmlns:a16="http://schemas.microsoft.com/office/drawing/2014/main" id="{D54F3F58-9C01-0F1D-7030-ED4CB285CAF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94" t="1330" r="32651" b="1508"/>
          <a:stretch>
            <a:fillRect/>
          </a:stretch>
        </p:blipFill>
        <p:spPr>
          <a:xfrm>
            <a:off x="7490577" y="655443"/>
            <a:ext cx="1188000" cy="11880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853AB7EB-6194-7658-67E5-1A34E32737F8}"/>
              </a:ext>
            </a:extLst>
          </p:cNvPr>
          <p:cNvSpPr>
            <a:spLocks noChangeAspect="1"/>
          </p:cNvSpPr>
          <p:nvPr/>
        </p:nvSpPr>
        <p:spPr>
          <a:xfrm>
            <a:off x="7929446" y="1019166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8D8540B-28A8-C964-0916-98ADBC06B2E0}"/>
              </a:ext>
            </a:extLst>
          </p:cNvPr>
          <p:cNvSpPr>
            <a:spLocks noChangeAspect="1"/>
          </p:cNvSpPr>
          <p:nvPr/>
        </p:nvSpPr>
        <p:spPr>
          <a:xfrm>
            <a:off x="8202941" y="1296288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B945779-C1E9-8AC7-D3F0-FB76AB437AA0}"/>
              </a:ext>
            </a:extLst>
          </p:cNvPr>
          <p:cNvSpPr>
            <a:spLocks noChangeAspect="1"/>
          </p:cNvSpPr>
          <p:nvPr/>
        </p:nvSpPr>
        <p:spPr>
          <a:xfrm>
            <a:off x="8476436" y="1573410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B661F2B-11F7-51BE-AAC8-BBC669B48D45}"/>
              </a:ext>
            </a:extLst>
          </p:cNvPr>
          <p:cNvSpPr>
            <a:spLocks noChangeAspect="1"/>
          </p:cNvSpPr>
          <p:nvPr/>
        </p:nvSpPr>
        <p:spPr>
          <a:xfrm>
            <a:off x="8749931" y="1850532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179F596-7D73-38BB-DAF4-17F6B8510B7F}"/>
              </a:ext>
            </a:extLst>
          </p:cNvPr>
          <p:cNvSpPr>
            <a:spLocks noChangeAspect="1"/>
          </p:cNvSpPr>
          <p:nvPr/>
        </p:nvSpPr>
        <p:spPr>
          <a:xfrm>
            <a:off x="9023426" y="2127654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5F5B5AA-6D10-2387-9C82-493513E83EED}"/>
              </a:ext>
            </a:extLst>
          </p:cNvPr>
          <p:cNvSpPr>
            <a:spLocks noChangeAspect="1"/>
          </p:cNvSpPr>
          <p:nvPr/>
        </p:nvSpPr>
        <p:spPr>
          <a:xfrm>
            <a:off x="9296921" y="2404776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4FD96ED-76EC-6CBD-6AEE-BD6AE0DC6BF6}"/>
              </a:ext>
            </a:extLst>
          </p:cNvPr>
          <p:cNvSpPr>
            <a:spLocks noChangeAspect="1"/>
          </p:cNvSpPr>
          <p:nvPr/>
        </p:nvSpPr>
        <p:spPr>
          <a:xfrm>
            <a:off x="9570416" y="2681898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C7728F4-E58A-CD50-621E-09FFC051CADB}"/>
              </a:ext>
            </a:extLst>
          </p:cNvPr>
          <p:cNvSpPr txBox="1"/>
          <p:nvPr/>
        </p:nvSpPr>
        <p:spPr>
          <a:xfrm>
            <a:off x="6423782" y="713773"/>
            <a:ext cx="891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Tutorial</a:t>
            </a:r>
          </a:p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round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EFF42B0-6E1A-59A4-F304-07DD33A0826D}"/>
              </a:ext>
            </a:extLst>
          </p:cNvPr>
          <p:cNvSpPr txBox="1"/>
          <p:nvPr/>
        </p:nvSpPr>
        <p:spPr>
          <a:xfrm>
            <a:off x="6423782" y="1772136"/>
            <a:ext cx="1147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8 rounds of search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8BCC495B-58E8-195F-A905-EBADDEEAC1CE}"/>
              </a:ext>
            </a:extLst>
          </p:cNvPr>
          <p:cNvCxnSpPr>
            <a:cxnSpLocks/>
          </p:cNvCxnSpPr>
          <p:nvPr/>
        </p:nvCxnSpPr>
        <p:spPr>
          <a:xfrm>
            <a:off x="9557902" y="628800"/>
            <a:ext cx="2416777" cy="2777280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1A1CA980-DEBE-7ED3-FCBB-F27C08FFC466}"/>
              </a:ext>
            </a:extLst>
          </p:cNvPr>
          <p:cNvSpPr txBox="1"/>
          <p:nvPr/>
        </p:nvSpPr>
        <p:spPr>
          <a:xfrm rot="2940000">
            <a:off x="10253457" y="1580231"/>
            <a:ext cx="1310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Time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C70F5D4-92D3-9A8C-3B4A-63DA43F4707A}"/>
              </a:ext>
            </a:extLst>
          </p:cNvPr>
          <p:cNvSpPr txBox="1"/>
          <p:nvPr/>
        </p:nvSpPr>
        <p:spPr>
          <a:xfrm>
            <a:off x="6423782" y="2600339"/>
            <a:ext cx="1764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25 clicks in each round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4886B0F8-113B-E041-926B-ECBDC1D45231}"/>
              </a:ext>
            </a:extLst>
          </p:cNvPr>
          <p:cNvGrpSpPr/>
          <p:nvPr/>
        </p:nvGrpSpPr>
        <p:grpSpPr>
          <a:xfrm>
            <a:off x="9941459" y="3031634"/>
            <a:ext cx="1224000" cy="1224000"/>
            <a:chOff x="15216601" y="25659727"/>
            <a:chExt cx="1224000" cy="1224000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5A057943-34A0-3508-F911-C78D2758DC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216601" y="25659727"/>
              <a:ext cx="1224000" cy="122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9D13B8D9-D39C-D4ED-A13A-AE7884DA0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738"/>
            <a:stretch>
              <a:fillRect/>
            </a:stretch>
          </p:blipFill>
          <p:spPr>
            <a:xfrm>
              <a:off x="15241862" y="25687196"/>
              <a:ext cx="1188000" cy="1188000"/>
            </a:xfrm>
            <a:prstGeom prst="rect">
              <a:avLst/>
            </a:prstGeom>
          </p:spPr>
        </p:pic>
      </p:grpSp>
      <p:sp>
        <p:nvSpPr>
          <p:cNvPr id="100" name="TextBox 99">
            <a:extLst>
              <a:ext uri="{FF2B5EF4-FFF2-40B4-BE49-F238E27FC236}">
                <a16:creationId xmlns:a16="http://schemas.microsoft.com/office/drawing/2014/main" id="{69C215B1-3CF1-6167-D884-7C75549F646D}"/>
              </a:ext>
            </a:extLst>
          </p:cNvPr>
          <p:cNvSpPr txBox="1"/>
          <p:nvPr/>
        </p:nvSpPr>
        <p:spPr>
          <a:xfrm>
            <a:off x="6423782" y="3351654"/>
            <a:ext cx="19956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”Bonus round” with reward predictions</a:t>
            </a:r>
          </a:p>
        </p:txBody>
      </p:sp>
    </p:spTree>
    <p:extLst>
      <p:ext uri="{BB962C8B-B14F-4D97-AF65-F5344CB8AC3E}">
        <p14:creationId xmlns:p14="http://schemas.microsoft.com/office/powerpoint/2010/main" val="1845256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</TotalTime>
  <Words>58</Words>
  <Application>Microsoft Macintosh PowerPoint</Application>
  <PresentationFormat>Custom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Helvetica Neue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BM</dc:creator>
  <cp:lastModifiedBy>BM</cp:lastModifiedBy>
  <cp:revision>1</cp:revision>
  <dcterms:created xsi:type="dcterms:W3CDTF">2025-07-25T13:56:53Z</dcterms:created>
  <dcterms:modified xsi:type="dcterms:W3CDTF">2025-08-16T07:15:12Z</dcterms:modified>
</cp:coreProperties>
</file>