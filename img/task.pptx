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7" r:id="rId2"/>
    <p:sldId id="259" r:id="rId3"/>
    <p:sldId id="258" r:id="rId4"/>
    <p:sldId id="256" r:id="rId5"/>
  </p:sldIdLst>
  <p:sldSz cx="16200438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1"/>
    <a:srgbClr val="B20100"/>
    <a:srgbClr val="AC0000"/>
    <a:srgbClr val="BD0E08"/>
    <a:srgbClr val="F5724E"/>
    <a:srgbClr val="E2442F"/>
    <a:srgbClr val="C91D13"/>
    <a:srgbClr val="EC5F43"/>
    <a:srgbClr val="FC9460"/>
    <a:srgbClr val="FDD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1AB52-404D-6F4A-8978-031F45E46BAB}" v="20" dt="2026-03-30T14:11:40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73"/>
  </p:normalViewPr>
  <p:slideViewPr>
    <p:cSldViewPr snapToGrid="0">
      <p:cViewPr>
        <p:scale>
          <a:sx n="305" d="100"/>
          <a:sy n="305" d="100"/>
        </p:scale>
        <p:origin x="-2240" y="-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jörn Meder HMU Potsdam" userId="d258dbf6-ab6a-4282-851d-9abdcd54331d" providerId="ADAL" clId="{4DFD6B1A-A511-587B-86A6-0ACC1CABEBE3}"/>
    <pc:docChg chg="undo custSel addSld modSld sldOrd">
      <pc:chgData name="Björn Meder HMU Potsdam" userId="d258dbf6-ab6a-4282-851d-9abdcd54331d" providerId="ADAL" clId="{4DFD6B1A-A511-587B-86A6-0ACC1CABEBE3}" dt="2026-03-30T14:11:40.548" v="435"/>
      <pc:docMkLst>
        <pc:docMk/>
      </pc:docMkLst>
      <pc:sldChg chg="addSp mod">
        <pc:chgData name="Björn Meder HMU Potsdam" userId="d258dbf6-ab6a-4282-851d-9abdcd54331d" providerId="ADAL" clId="{4DFD6B1A-A511-587B-86A6-0ACC1CABEBE3}" dt="2026-03-30T14:04:02.513" v="217" actId="22"/>
        <pc:sldMkLst>
          <pc:docMk/>
          <pc:sldMk cId="1845256045" sldId="256"/>
        </pc:sldMkLst>
        <pc:spChg chg="add">
          <ac:chgData name="Björn Meder HMU Potsdam" userId="d258dbf6-ab6a-4282-851d-9abdcd54331d" providerId="ADAL" clId="{4DFD6B1A-A511-587B-86A6-0ACC1CABEBE3}" dt="2026-03-30T14:04:02.513" v="217" actId="22"/>
          <ac:spMkLst>
            <pc:docMk/>
            <pc:sldMk cId="1845256045" sldId="256"/>
            <ac:spMk id="3" creationId="{DFD685BF-4FD3-9357-7EEE-941C1AD4203B}"/>
          </ac:spMkLst>
        </pc:spChg>
      </pc:sldChg>
      <pc:sldChg chg="addSp delSp modSp mod">
        <pc:chgData name="Björn Meder HMU Potsdam" userId="d258dbf6-ab6a-4282-851d-9abdcd54331d" providerId="ADAL" clId="{4DFD6B1A-A511-587B-86A6-0ACC1CABEBE3}" dt="2026-03-30T14:11:40.548" v="435"/>
        <pc:sldMkLst>
          <pc:docMk/>
          <pc:sldMk cId="34156375" sldId="257"/>
        </pc:sldMkLst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2" creationId="{B10940F8-704A-4754-AF59-520F1805EA83}"/>
          </ac:spMkLst>
        </pc:spChg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3" creationId="{625D3306-7D34-E403-EFA6-1FB7DB752B8E}"/>
          </ac:spMkLst>
        </pc:spChg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4" creationId="{31AC0FE6-48D8-5954-A310-8726D0B3EA05}"/>
          </ac:spMkLst>
        </pc:spChg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5" creationId="{241EDC92-CAFC-6B38-71D4-950F04E1B074}"/>
          </ac:spMkLst>
        </pc:spChg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6" creationId="{B9E906C4-CDFA-510D-72FF-DFEA4808DACA}"/>
          </ac:spMkLst>
        </pc:spChg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7" creationId="{B7ECF44F-561B-9BC9-A9C1-CF10498DAF3D}"/>
          </ac:spMkLst>
        </pc:spChg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8" creationId="{145AF773-10F1-FCA9-29B9-9A276A8166E3}"/>
          </ac:spMkLst>
        </pc:spChg>
        <pc:spChg chg="add mod">
          <ac:chgData name="Björn Meder HMU Potsdam" userId="d258dbf6-ab6a-4282-851d-9abdcd54331d" providerId="ADAL" clId="{4DFD6B1A-A511-587B-86A6-0ACC1CABEBE3}" dt="2026-03-30T14:06:38.414" v="291"/>
          <ac:spMkLst>
            <pc:docMk/>
            <pc:sldMk cId="34156375" sldId="257"/>
            <ac:spMk id="9" creationId="{E39565E1-178D-C5BC-88BA-40A981E4AD0C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0" creationId="{7A0F9339-2E17-CA94-8BAC-4C8559FD84DD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1" creationId="{E4260463-B06A-C9DA-E409-ECFFAACD844D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2" creationId="{41B0EEBE-A745-2353-1F94-18EAFABDE46A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3" creationId="{EF77A9EF-A089-7C53-B283-06987BA26505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4" creationId="{5A3E81BD-7E1E-D8A6-9477-78E3AECDEC97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5" creationId="{06CFABE1-B30D-63A4-31EE-FE0B9E0A9347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6" creationId="{0A32D9A7-0E48-0F2D-D066-3DCE013B28C5}"/>
          </ac:spMkLst>
        </pc:spChg>
        <pc:spChg chg="add mod">
          <ac:chgData name="Björn Meder HMU Potsdam" userId="d258dbf6-ab6a-4282-851d-9abdcd54331d" providerId="ADAL" clId="{4DFD6B1A-A511-587B-86A6-0ACC1CABEBE3}" dt="2026-03-30T14:06:50.152" v="293"/>
          <ac:spMkLst>
            <pc:docMk/>
            <pc:sldMk cId="34156375" sldId="257"/>
            <ac:spMk id="17" creationId="{67862164-BD51-DCAA-B114-30766194BA57}"/>
          </ac:spMkLst>
        </pc:spChg>
        <pc:spChg chg="add mod">
          <ac:chgData name="Björn Meder HMU Potsdam" userId="d258dbf6-ab6a-4282-851d-9abdcd54331d" providerId="ADAL" clId="{4DFD6B1A-A511-587B-86A6-0ACC1CABEBE3}" dt="2026-03-30T14:11:40.548" v="435"/>
          <ac:spMkLst>
            <pc:docMk/>
            <pc:sldMk cId="34156375" sldId="257"/>
            <ac:spMk id="18" creationId="{E2983378-1CB0-6284-CA59-CD0AE190374C}"/>
          </ac:spMkLst>
        </pc:spChg>
        <pc:spChg chg="mod">
          <ac:chgData name="Björn Meder HMU Potsdam" userId="d258dbf6-ab6a-4282-851d-9abdcd54331d" providerId="ADAL" clId="{4DFD6B1A-A511-587B-86A6-0ACC1CABEBE3}" dt="2026-03-30T14:05:08.545" v="253" actId="1038"/>
          <ac:spMkLst>
            <pc:docMk/>
            <pc:sldMk cId="34156375" sldId="257"/>
            <ac:spMk id="81" creationId="{C125EBF5-6832-456B-2CDF-E8692B33E80F}"/>
          </ac:spMkLst>
        </pc:spChg>
        <pc:spChg chg="del">
          <ac:chgData name="Björn Meder HMU Potsdam" userId="d258dbf6-ab6a-4282-851d-9abdcd54331d" providerId="ADAL" clId="{4DFD6B1A-A511-587B-86A6-0ACC1CABEBE3}" dt="2026-03-30T14:06:48.603" v="292" actId="478"/>
          <ac:spMkLst>
            <pc:docMk/>
            <pc:sldMk cId="34156375" sldId="257"/>
            <ac:spMk id="85" creationId="{C1960B97-28BF-1A04-BA65-95D4D2C8CD53}"/>
          </ac:spMkLst>
        </pc:spChg>
        <pc:spChg chg="del">
          <ac:chgData name="Björn Meder HMU Potsdam" userId="d258dbf6-ab6a-4282-851d-9abdcd54331d" providerId="ADAL" clId="{4DFD6B1A-A511-587B-86A6-0ACC1CABEBE3}" dt="2026-03-30T14:06:48.603" v="292" actId="478"/>
          <ac:spMkLst>
            <pc:docMk/>
            <pc:sldMk cId="34156375" sldId="257"/>
            <ac:spMk id="86" creationId="{C227A0CD-4A06-DF50-F244-0A6B2ED3E7CF}"/>
          </ac:spMkLst>
        </pc:spChg>
        <pc:spChg chg="del">
          <ac:chgData name="Björn Meder HMU Potsdam" userId="d258dbf6-ab6a-4282-851d-9abdcd54331d" providerId="ADAL" clId="{4DFD6B1A-A511-587B-86A6-0ACC1CABEBE3}" dt="2026-03-30T14:06:48.603" v="292" actId="478"/>
          <ac:spMkLst>
            <pc:docMk/>
            <pc:sldMk cId="34156375" sldId="257"/>
            <ac:spMk id="87" creationId="{776649FF-65A7-9588-1976-192CDE45CB20}"/>
          </ac:spMkLst>
        </pc:spChg>
        <pc:spChg chg="del">
          <ac:chgData name="Björn Meder HMU Potsdam" userId="d258dbf6-ab6a-4282-851d-9abdcd54331d" providerId="ADAL" clId="{4DFD6B1A-A511-587B-86A6-0ACC1CABEBE3}" dt="2026-03-30T14:06:48.603" v="292" actId="478"/>
          <ac:spMkLst>
            <pc:docMk/>
            <pc:sldMk cId="34156375" sldId="257"/>
            <ac:spMk id="88" creationId="{713ED1F4-2010-32D6-E938-E0D71D3F830B}"/>
          </ac:spMkLst>
        </pc:spChg>
        <pc:spChg chg="del">
          <ac:chgData name="Björn Meder HMU Potsdam" userId="d258dbf6-ab6a-4282-851d-9abdcd54331d" providerId="ADAL" clId="{4DFD6B1A-A511-587B-86A6-0ACC1CABEBE3}" dt="2026-03-30T14:06:48.603" v="292" actId="478"/>
          <ac:spMkLst>
            <pc:docMk/>
            <pc:sldMk cId="34156375" sldId="257"/>
            <ac:spMk id="89" creationId="{9F3DC06C-FAF3-E4D7-537E-1506A017F0A0}"/>
          </ac:spMkLst>
        </pc:spChg>
        <pc:spChg chg="del">
          <ac:chgData name="Björn Meder HMU Potsdam" userId="d258dbf6-ab6a-4282-851d-9abdcd54331d" providerId="ADAL" clId="{4DFD6B1A-A511-587B-86A6-0ACC1CABEBE3}" dt="2026-03-30T14:06:48.603" v="292" actId="478"/>
          <ac:spMkLst>
            <pc:docMk/>
            <pc:sldMk cId="34156375" sldId="257"/>
            <ac:spMk id="90" creationId="{F483518A-A1EE-FE16-E97F-DED529FA1394}"/>
          </ac:spMkLst>
        </pc:spChg>
        <pc:spChg chg="del">
          <ac:chgData name="Björn Meder HMU Potsdam" userId="d258dbf6-ab6a-4282-851d-9abdcd54331d" providerId="ADAL" clId="{4DFD6B1A-A511-587B-86A6-0ACC1CABEBE3}" dt="2026-03-30T14:06:48.603" v="292" actId="478"/>
          <ac:spMkLst>
            <pc:docMk/>
            <pc:sldMk cId="34156375" sldId="257"/>
            <ac:spMk id="91" creationId="{1176E01C-3CDC-DB8D-AB3D-8BF5904D1941}"/>
          </ac:spMkLst>
        </pc:spChg>
        <pc:grpChg chg="mod">
          <ac:chgData name="Björn Meder HMU Potsdam" userId="d258dbf6-ab6a-4282-851d-9abdcd54331d" providerId="ADAL" clId="{4DFD6B1A-A511-587B-86A6-0ACC1CABEBE3}" dt="2026-03-30T14:07:10.688" v="295" actId="166"/>
          <ac:grpSpMkLst>
            <pc:docMk/>
            <pc:sldMk cId="34156375" sldId="257"/>
            <ac:grpSpMk id="97" creationId="{4F165C9E-8617-AFD8-4A21-3F9FBC2CCE8D}"/>
          </ac:grpSpMkLst>
        </pc:grpChg>
        <pc:picChg chg="mod">
          <ac:chgData name="Björn Meder HMU Potsdam" userId="d258dbf6-ab6a-4282-851d-9abdcd54331d" providerId="ADAL" clId="{4DFD6B1A-A511-587B-86A6-0ACC1CABEBE3}" dt="2026-03-30T14:06:55.391" v="294" actId="166"/>
          <ac:picMkLst>
            <pc:docMk/>
            <pc:sldMk cId="34156375" sldId="257"/>
            <ac:picMk id="99" creationId="{F18CF5DF-C8D5-E8C0-47A2-7B403E6A78F4}"/>
          </ac:picMkLst>
        </pc:picChg>
      </pc:sldChg>
      <pc:sldChg chg="add">
        <pc:chgData name="Björn Meder HMU Potsdam" userId="d258dbf6-ab6a-4282-851d-9abdcd54331d" providerId="ADAL" clId="{4DFD6B1A-A511-587B-86A6-0ACC1CABEBE3}" dt="2026-03-30T14:04:52.505" v="218"/>
        <pc:sldMkLst>
          <pc:docMk/>
          <pc:sldMk cId="3288632656" sldId="258"/>
        </pc:sldMkLst>
      </pc:sldChg>
      <pc:sldChg chg="addSp delSp modSp new mod">
        <pc:chgData name="Björn Meder HMU Potsdam" userId="d258dbf6-ab6a-4282-851d-9abdcd54331d" providerId="ADAL" clId="{4DFD6B1A-A511-587B-86A6-0ACC1CABEBE3}" dt="2026-03-30T14:11:32.467" v="434" actId="6549"/>
        <pc:sldMkLst>
          <pc:docMk/>
          <pc:sldMk cId="598453788" sldId="259"/>
        </pc:sldMkLst>
        <pc:spChg chg="del">
          <ac:chgData name="Björn Meder HMU Potsdam" userId="d258dbf6-ab6a-4282-851d-9abdcd54331d" providerId="ADAL" clId="{4DFD6B1A-A511-587B-86A6-0ACC1CABEBE3}" dt="2026-03-30T14:05:44.140" v="255" actId="478"/>
          <ac:spMkLst>
            <pc:docMk/>
            <pc:sldMk cId="598453788" sldId="259"/>
            <ac:spMk id="2" creationId="{72725CEB-2441-9F82-B595-C73416BDBC9E}"/>
          </ac:spMkLst>
        </pc:spChg>
        <pc:spChg chg="del">
          <ac:chgData name="Björn Meder HMU Potsdam" userId="d258dbf6-ab6a-4282-851d-9abdcd54331d" providerId="ADAL" clId="{4DFD6B1A-A511-587B-86A6-0ACC1CABEBE3}" dt="2026-03-30T14:05:44.140" v="255" actId="478"/>
          <ac:spMkLst>
            <pc:docMk/>
            <pc:sldMk cId="598453788" sldId="259"/>
            <ac:spMk id="3" creationId="{D7CC643A-9EB6-81F2-47DB-D5CE632D804E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4" creationId="{ACB1B840-F2BF-8935-6F87-5F25E0E6493A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5" creationId="{85F0CFA3-6B79-0E68-CB78-302BA3641B0A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6" creationId="{B1CA4E9E-D169-D00D-456C-B46591D41DA9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7" creationId="{D1715367-DE42-7185-8EAB-E822FCC87F01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8" creationId="{9B52F4E3-0BB7-F339-8A33-4A270E4A2BF7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9" creationId="{38EB6D09-EC8D-5652-ED00-323D1D79C034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10" creationId="{F110A297-171B-861F-8491-0D3458D26823}"/>
          </ac:spMkLst>
        </pc:spChg>
        <pc:spChg chg="add del mod">
          <ac:chgData name="Björn Meder HMU Potsdam" userId="d258dbf6-ab6a-4282-851d-9abdcd54331d" providerId="ADAL" clId="{4DFD6B1A-A511-587B-86A6-0ACC1CABEBE3}" dt="2026-03-30T14:07:23.882" v="296" actId="478"/>
          <ac:spMkLst>
            <pc:docMk/>
            <pc:sldMk cId="598453788" sldId="259"/>
            <ac:spMk id="11" creationId="{6DFCE2DE-E4EA-C8A8-A5FF-02273AF53D90}"/>
          </ac:spMkLst>
        </pc:spChg>
        <pc:spChg chg="add del mod">
          <ac:chgData name="Björn Meder HMU Potsdam" userId="d258dbf6-ab6a-4282-851d-9abdcd54331d" providerId="ADAL" clId="{4DFD6B1A-A511-587B-86A6-0ACC1CABEBE3}" dt="2026-03-30T14:11:13.205" v="414" actId="478"/>
          <ac:spMkLst>
            <pc:docMk/>
            <pc:sldMk cId="598453788" sldId="259"/>
            <ac:spMk id="14" creationId="{ADF61865-1DB9-FAAE-13DC-2E335602F1D7}"/>
          </ac:spMkLst>
        </pc:spChg>
        <pc:spChg chg="add mod">
          <ac:chgData name="Björn Meder HMU Potsdam" userId="d258dbf6-ab6a-4282-851d-9abdcd54331d" providerId="ADAL" clId="{4DFD6B1A-A511-587B-86A6-0ACC1CABEBE3}" dt="2026-03-30T14:11:32.467" v="434" actId="6549"/>
          <ac:spMkLst>
            <pc:docMk/>
            <pc:sldMk cId="598453788" sldId="259"/>
            <ac:spMk id="15" creationId="{7312DAE1-2B18-54AB-3FF3-CCF983A71FFE}"/>
          </ac:spMkLst>
        </pc:spChg>
        <pc:spChg chg="add mod">
          <ac:chgData name="Björn Meder HMU Potsdam" userId="d258dbf6-ab6a-4282-851d-9abdcd54331d" providerId="ADAL" clId="{4DFD6B1A-A511-587B-86A6-0ACC1CABEBE3}" dt="2026-03-30T14:09:45.323" v="363"/>
          <ac:spMkLst>
            <pc:docMk/>
            <pc:sldMk cId="598453788" sldId="259"/>
            <ac:spMk id="16" creationId="{FDCB6DEB-DEE2-1DA2-B3F3-414F1CDFADF4}"/>
          </ac:spMkLst>
        </pc:spChg>
        <pc:picChg chg="add del mod">
          <ac:chgData name="Björn Meder HMU Potsdam" userId="d258dbf6-ab6a-4282-851d-9abdcd54331d" providerId="ADAL" clId="{4DFD6B1A-A511-587B-86A6-0ACC1CABEBE3}" dt="2026-03-30T14:07:32.045" v="300" actId="478"/>
          <ac:picMkLst>
            <pc:docMk/>
            <pc:sldMk cId="598453788" sldId="259"/>
            <ac:picMk id="12" creationId="{32E63996-0631-4EE4-91FC-7F7E2B3C49BF}"/>
          </ac:picMkLst>
        </pc:picChg>
        <pc:picChg chg="add mod">
          <ac:chgData name="Björn Meder HMU Potsdam" userId="d258dbf6-ab6a-4282-851d-9abdcd54331d" providerId="ADAL" clId="{4DFD6B1A-A511-587B-86A6-0ACC1CABEBE3}" dt="2026-03-30T14:07:32.799" v="301"/>
          <ac:picMkLst>
            <pc:docMk/>
            <pc:sldMk cId="598453788" sldId="259"/>
            <ac:picMk id="13" creationId="{25A8D0D4-0BB2-8654-66F7-0757C94C65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706933"/>
            <a:ext cx="12150329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2268784"/>
            <a:ext cx="12150329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5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5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1076898"/>
            <a:ext cx="13972878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2890725"/>
            <a:ext cx="13972878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1149890"/>
            <a:ext cx="6885186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1149890"/>
            <a:ext cx="6885186" cy="274073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7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229978"/>
            <a:ext cx="13972878" cy="834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1058899"/>
            <a:ext cx="685354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1577849"/>
            <a:ext cx="6853544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1058899"/>
            <a:ext cx="688729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1577849"/>
            <a:ext cx="6887296" cy="23207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72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1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7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287972"/>
            <a:ext cx="522506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621941"/>
            <a:ext cx="8201472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1295877"/>
            <a:ext cx="522506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8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287972"/>
            <a:ext cx="522506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621941"/>
            <a:ext cx="8201472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1295877"/>
            <a:ext cx="522506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4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229978"/>
            <a:ext cx="3493219" cy="36606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229978"/>
            <a:ext cx="10277153" cy="36606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6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229978"/>
            <a:ext cx="13972878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1149890"/>
            <a:ext cx="13972878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4003618"/>
            <a:ext cx="364509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5FBF7-6189-C04A-8896-44241FF05286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4003618"/>
            <a:ext cx="546764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4003618"/>
            <a:ext cx="364509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6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2.png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12.png"/><Relationship Id="rId9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emf"/><Relationship Id="rId7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39A1-19A3-6D2C-5193-3ECE62E3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36459198-76B8-D3CA-9FCE-F5629DE94F1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439773"/>
            <a:ext cx="6058691" cy="3815861"/>
            <a:chOff x="231563" y="2575404"/>
            <a:chExt cx="4962849" cy="3125682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F1F804AA-E7C7-4FCC-6B06-572AE11F7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64" t="21611" r="5353" b="22976"/>
            <a:stretch>
              <a:fillRect/>
            </a:stretch>
          </p:blipFill>
          <p:spPr>
            <a:xfrm>
              <a:off x="231563" y="2575404"/>
              <a:ext cx="4962849" cy="3125682"/>
            </a:xfrm>
            <a:prstGeom prst="rect">
              <a:avLst/>
            </a:prstGeom>
          </p:spPr>
        </p:pic>
        <p:pic>
          <p:nvPicPr>
            <p:cNvPr id="79" name="Image" descr="Image">
              <a:extLst>
                <a:ext uri="{FF2B5EF4-FFF2-40B4-BE49-F238E27FC236}">
                  <a16:creationId xmlns:a16="http://schemas.microsoft.com/office/drawing/2014/main" id="{0AC04362-A952-D7F8-4AB6-8366130A0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7664" y="2994339"/>
              <a:ext cx="2499461" cy="172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6D5D2D8-0186-ECD1-9EC5-73B8BEE98C7E}"/>
              </a:ext>
            </a:extLst>
          </p:cNvPr>
          <p:cNvSpPr txBox="1"/>
          <p:nvPr/>
        </p:nvSpPr>
        <p:spPr>
          <a:xfrm>
            <a:off x="2508719" y="-8041"/>
            <a:ext cx="85779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Task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25EBF5-6832-456B-2CDF-E8692B33E80F}"/>
              </a:ext>
            </a:extLst>
          </p:cNvPr>
          <p:cNvSpPr txBox="1"/>
          <p:nvPr/>
        </p:nvSpPr>
        <p:spPr>
          <a:xfrm>
            <a:off x="12443145" y="-8041"/>
            <a:ext cx="343273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Example environments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42D483-3BB8-F19F-AD95-DC15E06CB777}"/>
              </a:ext>
            </a:extLst>
          </p:cNvPr>
          <p:cNvSpPr txBox="1"/>
          <p:nvPr/>
        </p:nvSpPr>
        <p:spPr>
          <a:xfrm>
            <a:off x="8018304" y="-8041"/>
            <a:ext cx="17227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Procedure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AF95C4E-75FA-69B7-645A-12A8B27CADAC}"/>
              </a:ext>
            </a:extLst>
          </p:cNvPr>
          <p:cNvSpPr>
            <a:spLocks noChangeAspect="1"/>
          </p:cNvSpPr>
          <p:nvPr/>
        </p:nvSpPr>
        <p:spPr>
          <a:xfrm>
            <a:off x="7469743" y="628800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Image" descr="Image">
            <a:extLst>
              <a:ext uri="{FF2B5EF4-FFF2-40B4-BE49-F238E27FC236}">
                <a16:creationId xmlns:a16="http://schemas.microsoft.com/office/drawing/2014/main" id="{1DD9E925-C374-1C73-FEC5-7FDFAE27F0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4" t="1330" r="32651" b="1508"/>
          <a:stretch>
            <a:fillRect/>
          </a:stretch>
        </p:blipFill>
        <p:spPr>
          <a:xfrm>
            <a:off x="7490577" y="655443"/>
            <a:ext cx="1188000" cy="11880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3E24AE1A-6FD8-435F-CF2F-E0D1552D29A1}"/>
              </a:ext>
            </a:extLst>
          </p:cNvPr>
          <p:cNvSpPr txBox="1"/>
          <p:nvPr/>
        </p:nvSpPr>
        <p:spPr>
          <a:xfrm>
            <a:off x="6423782" y="713773"/>
            <a:ext cx="891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Tutorial</a:t>
            </a:r>
          </a:p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round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5BB5E33-EBC4-BE83-BA81-9BF77F7756F4}"/>
              </a:ext>
            </a:extLst>
          </p:cNvPr>
          <p:cNvSpPr txBox="1"/>
          <p:nvPr/>
        </p:nvSpPr>
        <p:spPr>
          <a:xfrm>
            <a:off x="6423782" y="1772136"/>
            <a:ext cx="1147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8 rounds of search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E583D75-5A3F-4F00-170A-0D1CE9FC0573}"/>
              </a:ext>
            </a:extLst>
          </p:cNvPr>
          <p:cNvCxnSpPr>
            <a:cxnSpLocks/>
          </p:cNvCxnSpPr>
          <p:nvPr/>
        </p:nvCxnSpPr>
        <p:spPr>
          <a:xfrm>
            <a:off x="9557902" y="628800"/>
            <a:ext cx="2416777" cy="2777280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352BF44-E0FB-FFA5-6917-E9F3F12458A8}"/>
              </a:ext>
            </a:extLst>
          </p:cNvPr>
          <p:cNvSpPr txBox="1"/>
          <p:nvPr/>
        </p:nvSpPr>
        <p:spPr>
          <a:xfrm rot="2940000">
            <a:off x="10253457" y="1580231"/>
            <a:ext cx="1310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Time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D8DB33C-C41A-C9AF-DCD5-0B38DE49F470}"/>
              </a:ext>
            </a:extLst>
          </p:cNvPr>
          <p:cNvSpPr txBox="1"/>
          <p:nvPr/>
        </p:nvSpPr>
        <p:spPr>
          <a:xfrm>
            <a:off x="6423782" y="2600339"/>
            <a:ext cx="176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25 clicks in each round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9FB87C8-70F5-A168-2F03-1FB715C6666F}"/>
              </a:ext>
            </a:extLst>
          </p:cNvPr>
          <p:cNvSpPr txBox="1"/>
          <p:nvPr/>
        </p:nvSpPr>
        <p:spPr>
          <a:xfrm>
            <a:off x="6423782" y="3351654"/>
            <a:ext cx="199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”Bonus round” with reward predictions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2DFD066-56C8-F401-9824-E63A66FD8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4836" y="3204369"/>
            <a:ext cx="1036408" cy="10364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05433B0-B7BA-7A98-207D-239BBB94A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3256" y="3204369"/>
            <a:ext cx="1036408" cy="10364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BCA3DFD-A3F1-CF71-7602-76C4E6EA2C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1676" y="3204369"/>
            <a:ext cx="1036408" cy="1036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3AFEAE7-44F2-8648-F279-9487F01786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94836" y="640776"/>
            <a:ext cx="1036408" cy="1036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546CB74-262E-BA4F-B904-F814BF6D73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94836" y="1922572"/>
            <a:ext cx="1036408" cy="10364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86DA79D-F596-D613-92F7-3C0158E998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43256" y="1922572"/>
            <a:ext cx="1036408" cy="1036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E10C79D-1D6D-4A73-621F-8BA1827336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43256" y="640776"/>
            <a:ext cx="1036408" cy="1036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0B13C66-5342-D09E-7AAC-82520DC8C3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91676" y="1922572"/>
            <a:ext cx="1036408" cy="10364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AB0F67F-0AF4-2945-014F-CD1A326454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1676" y="640776"/>
            <a:ext cx="1036408" cy="103640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48CD114-3C19-C02E-BA6B-DD5CD0D288FC}"/>
              </a:ext>
            </a:extLst>
          </p:cNvPr>
          <p:cNvSpPr txBox="1"/>
          <p:nvPr/>
        </p:nvSpPr>
        <p:spPr>
          <a:xfrm>
            <a:off x="2761202" y="1012162"/>
            <a:ext cx="216000" cy="216000"/>
          </a:xfrm>
          <a:prstGeom prst="rect">
            <a:avLst/>
          </a:prstGeom>
          <a:solidFill>
            <a:srgbClr val="FDD7A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AEBB63-8371-464C-88DF-09CD8F6461BB}"/>
              </a:ext>
            </a:extLst>
          </p:cNvPr>
          <p:cNvSpPr txBox="1"/>
          <p:nvPr/>
        </p:nvSpPr>
        <p:spPr>
          <a:xfrm>
            <a:off x="2772354" y="1523602"/>
            <a:ext cx="216000" cy="216000"/>
          </a:xfrm>
          <a:prstGeom prst="rect">
            <a:avLst/>
          </a:prstGeom>
          <a:solidFill>
            <a:srgbClr val="FEE2BC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ADF8AA-678C-83A0-EAC3-BD2B4D45577A}"/>
              </a:ext>
            </a:extLst>
          </p:cNvPr>
          <p:cNvSpPr txBox="1"/>
          <p:nvPr/>
        </p:nvSpPr>
        <p:spPr>
          <a:xfrm>
            <a:off x="2269254" y="1523602"/>
            <a:ext cx="216000" cy="180000"/>
          </a:xfrm>
          <a:prstGeom prst="rect">
            <a:avLst/>
          </a:prstGeom>
          <a:solidFill>
            <a:srgbClr val="FEE9C9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D13226-896A-A190-5957-A0CBFA31C357}"/>
              </a:ext>
            </a:extLst>
          </p:cNvPr>
          <p:cNvSpPr txBox="1"/>
          <p:nvPr/>
        </p:nvSpPr>
        <p:spPr>
          <a:xfrm>
            <a:off x="2534050" y="1785862"/>
            <a:ext cx="216000" cy="180000"/>
          </a:xfrm>
          <a:prstGeom prst="rect">
            <a:avLst/>
          </a:prstGeom>
          <a:solidFill>
            <a:srgbClr val="FEE0B6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0CF696-3888-E86C-81FD-F695DFE89A32}"/>
              </a:ext>
            </a:extLst>
          </p:cNvPr>
          <p:cNvSpPr txBox="1"/>
          <p:nvPr/>
        </p:nvSpPr>
        <p:spPr>
          <a:xfrm>
            <a:off x="1774256" y="1785862"/>
            <a:ext cx="216000" cy="180000"/>
          </a:xfrm>
          <a:prstGeom prst="rect">
            <a:avLst/>
          </a:prstGeom>
          <a:solidFill>
            <a:srgbClr val="FDD7A1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A2092D-2AD1-1ABE-62A0-837A0E74BDFA}"/>
              </a:ext>
            </a:extLst>
          </p:cNvPr>
          <p:cNvSpPr txBox="1"/>
          <p:nvPr/>
        </p:nvSpPr>
        <p:spPr>
          <a:xfrm>
            <a:off x="1779783" y="2282785"/>
            <a:ext cx="216000" cy="180000"/>
          </a:xfrm>
          <a:prstGeom prst="rect">
            <a:avLst/>
          </a:prstGeom>
          <a:solidFill>
            <a:srgbClr val="EC5F43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23E07B-5A06-F267-8220-0390F1D57091}"/>
              </a:ext>
            </a:extLst>
          </p:cNvPr>
          <p:cNvSpPr txBox="1"/>
          <p:nvPr/>
        </p:nvSpPr>
        <p:spPr>
          <a:xfrm>
            <a:off x="2764774" y="2282785"/>
            <a:ext cx="216000" cy="180000"/>
          </a:xfrm>
          <a:prstGeom prst="rect">
            <a:avLst/>
          </a:prstGeom>
          <a:solidFill>
            <a:srgbClr val="FC946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F2BC21-1865-99FF-0648-5627C4C27389}"/>
              </a:ext>
            </a:extLst>
          </p:cNvPr>
          <p:cNvSpPr txBox="1"/>
          <p:nvPr/>
        </p:nvSpPr>
        <p:spPr>
          <a:xfrm>
            <a:off x="1537502" y="2537016"/>
            <a:ext cx="216000" cy="180000"/>
          </a:xfrm>
          <a:prstGeom prst="rect">
            <a:avLst/>
          </a:prstGeom>
          <a:solidFill>
            <a:srgbClr val="C91D13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58EAA9-DAFB-098A-5368-C11F71E605C2}"/>
              </a:ext>
            </a:extLst>
          </p:cNvPr>
          <p:cNvSpPr txBox="1"/>
          <p:nvPr/>
        </p:nvSpPr>
        <p:spPr>
          <a:xfrm>
            <a:off x="1776673" y="2537016"/>
            <a:ext cx="216000" cy="180000"/>
          </a:xfrm>
          <a:prstGeom prst="rect">
            <a:avLst/>
          </a:prstGeom>
          <a:solidFill>
            <a:srgbClr val="BD0E08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3862DE-1F5F-3CB4-07A4-A2A0AC47CD6A}"/>
              </a:ext>
            </a:extLst>
          </p:cNvPr>
          <p:cNvSpPr txBox="1"/>
          <p:nvPr/>
        </p:nvSpPr>
        <p:spPr>
          <a:xfrm>
            <a:off x="2277197" y="2537016"/>
            <a:ext cx="216000" cy="180000"/>
          </a:xfrm>
          <a:prstGeom prst="rect">
            <a:avLst/>
          </a:prstGeom>
          <a:solidFill>
            <a:srgbClr val="E2442F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59F1C9-120F-B885-8620-D6B2621134D8}"/>
              </a:ext>
            </a:extLst>
          </p:cNvPr>
          <p:cNvSpPr txBox="1"/>
          <p:nvPr/>
        </p:nvSpPr>
        <p:spPr>
          <a:xfrm>
            <a:off x="2772354" y="2537016"/>
            <a:ext cx="216000" cy="180000"/>
          </a:xfrm>
          <a:prstGeom prst="rect">
            <a:avLst/>
          </a:prstGeom>
          <a:solidFill>
            <a:srgbClr val="F5724E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29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8966E5-28BF-258F-CA2E-93BA17BD83D8}"/>
              </a:ext>
            </a:extLst>
          </p:cNvPr>
          <p:cNvSpPr txBox="1"/>
          <p:nvPr/>
        </p:nvSpPr>
        <p:spPr>
          <a:xfrm>
            <a:off x="1545121" y="2797410"/>
            <a:ext cx="216000" cy="180000"/>
          </a:xfrm>
          <a:prstGeom prst="rect">
            <a:avLst/>
          </a:prstGeom>
          <a:solidFill>
            <a:srgbClr val="BD0E08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AA6E67-C047-6B9E-034C-90BA401825AA}"/>
              </a:ext>
            </a:extLst>
          </p:cNvPr>
          <p:cNvSpPr txBox="1"/>
          <p:nvPr/>
        </p:nvSpPr>
        <p:spPr>
          <a:xfrm>
            <a:off x="1785488" y="2797410"/>
            <a:ext cx="216000" cy="180000"/>
          </a:xfrm>
          <a:prstGeom prst="rect">
            <a:avLst/>
          </a:prstGeom>
          <a:solidFill>
            <a:srgbClr val="AC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4A9CC0-2D13-27CF-CD9C-437FE6EBD294}"/>
              </a:ext>
            </a:extLst>
          </p:cNvPr>
          <p:cNvSpPr txBox="1"/>
          <p:nvPr/>
        </p:nvSpPr>
        <p:spPr>
          <a:xfrm>
            <a:off x="2037427" y="2797410"/>
            <a:ext cx="216000" cy="180000"/>
          </a:xfrm>
          <a:prstGeom prst="rect">
            <a:avLst/>
          </a:prstGeom>
          <a:solidFill>
            <a:srgbClr val="B201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0F9339-2E17-CA94-8BAC-4C8559FD84DD}"/>
              </a:ext>
            </a:extLst>
          </p:cNvPr>
          <p:cNvSpPr>
            <a:spLocks noChangeAspect="1"/>
          </p:cNvSpPr>
          <p:nvPr/>
        </p:nvSpPr>
        <p:spPr>
          <a:xfrm>
            <a:off x="7929446" y="1019166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60463-B06A-C9DA-E409-ECFFAACD844D}"/>
              </a:ext>
            </a:extLst>
          </p:cNvPr>
          <p:cNvSpPr>
            <a:spLocks noChangeAspect="1"/>
          </p:cNvSpPr>
          <p:nvPr/>
        </p:nvSpPr>
        <p:spPr>
          <a:xfrm>
            <a:off x="8183731" y="1271315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B0EEBE-A745-2353-1F94-18EAFABDE46A}"/>
              </a:ext>
            </a:extLst>
          </p:cNvPr>
          <p:cNvSpPr>
            <a:spLocks noChangeAspect="1"/>
          </p:cNvSpPr>
          <p:nvPr/>
        </p:nvSpPr>
        <p:spPr>
          <a:xfrm>
            <a:off x="8438016" y="1523464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77A9EF-A089-7C53-B283-06987BA26505}"/>
              </a:ext>
            </a:extLst>
          </p:cNvPr>
          <p:cNvSpPr>
            <a:spLocks noChangeAspect="1"/>
          </p:cNvSpPr>
          <p:nvPr/>
        </p:nvSpPr>
        <p:spPr>
          <a:xfrm>
            <a:off x="8692301" y="1775613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3E81BD-7E1E-D8A6-9477-78E3AECDEC97}"/>
              </a:ext>
            </a:extLst>
          </p:cNvPr>
          <p:cNvSpPr>
            <a:spLocks noChangeAspect="1"/>
          </p:cNvSpPr>
          <p:nvPr/>
        </p:nvSpPr>
        <p:spPr>
          <a:xfrm>
            <a:off x="8946586" y="2027762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CFABE1-B30D-63A4-31EE-FE0B9E0A9347}"/>
              </a:ext>
            </a:extLst>
          </p:cNvPr>
          <p:cNvSpPr>
            <a:spLocks noChangeAspect="1"/>
          </p:cNvSpPr>
          <p:nvPr/>
        </p:nvSpPr>
        <p:spPr>
          <a:xfrm>
            <a:off x="9200871" y="2279911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32D9A7-0E48-0F2D-D066-3DCE013B28C5}"/>
              </a:ext>
            </a:extLst>
          </p:cNvPr>
          <p:cNvSpPr>
            <a:spLocks noChangeAspect="1"/>
          </p:cNvSpPr>
          <p:nvPr/>
        </p:nvSpPr>
        <p:spPr>
          <a:xfrm>
            <a:off x="9455156" y="2532060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862164-BD51-DCAA-B114-30766194BA57}"/>
              </a:ext>
            </a:extLst>
          </p:cNvPr>
          <p:cNvSpPr>
            <a:spLocks noChangeAspect="1"/>
          </p:cNvSpPr>
          <p:nvPr/>
        </p:nvSpPr>
        <p:spPr>
          <a:xfrm>
            <a:off x="9709441" y="2784209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F165C9E-8617-AFD8-4A21-3F9FBC2CCE8D}"/>
              </a:ext>
            </a:extLst>
          </p:cNvPr>
          <p:cNvGrpSpPr/>
          <p:nvPr/>
        </p:nvGrpSpPr>
        <p:grpSpPr>
          <a:xfrm>
            <a:off x="9941459" y="3031634"/>
            <a:ext cx="1224000" cy="1224000"/>
            <a:chOff x="15216601" y="25659727"/>
            <a:chExt cx="1224000" cy="122400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9915252-220B-E7E3-6502-BB7A868C3F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216601" y="25659727"/>
              <a:ext cx="1224000" cy="122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18CF5DF-C8D5-E8C0-47A2-7B403E6A7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738"/>
            <a:stretch>
              <a:fillRect/>
            </a:stretch>
          </p:blipFill>
          <p:spPr>
            <a:xfrm>
              <a:off x="15241862" y="25687196"/>
              <a:ext cx="1188000" cy="1188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2983378-1CB0-6284-CA59-CD0AE190374C}"/>
              </a:ext>
            </a:extLst>
          </p:cNvPr>
          <p:cNvSpPr txBox="1"/>
          <p:nvPr/>
        </p:nvSpPr>
        <p:spPr>
          <a:xfrm>
            <a:off x="3603320" y="985861"/>
            <a:ext cx="1014609" cy="407804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600" b="1" dirty="0">
                <a:solidFill>
                  <a:srgbClr val="0080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Points: 476</a:t>
            </a:r>
          </a:p>
          <a:p>
            <a:pPr>
              <a:spcAft>
                <a:spcPts val="100"/>
              </a:spcAft>
            </a:pP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Remaining rounds: 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>
              <a:spcAft>
                <a:spcPts val="100"/>
              </a:spcAft>
            </a:pP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Remaining clicks: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</a:p>
          <a:p>
            <a:pPr>
              <a:spcAft>
                <a:spcPts val="100"/>
              </a:spcAft>
            </a:pP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Stars collected:</a:t>
            </a:r>
            <a:endParaRPr lang="en-US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" descr="Image">
            <a:extLst>
              <a:ext uri="{FF2B5EF4-FFF2-40B4-BE49-F238E27FC236}">
                <a16:creationId xmlns:a16="http://schemas.microsoft.com/office/drawing/2014/main" id="{25A8D0D4-0BB2-8654-66F7-0757C94C6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11" y="951213"/>
            <a:ext cx="3051365" cy="2109558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12DAE1-2B18-54AB-3FF3-CCF983A71FFE}"/>
              </a:ext>
            </a:extLst>
          </p:cNvPr>
          <p:cNvSpPr txBox="1"/>
          <p:nvPr/>
        </p:nvSpPr>
        <p:spPr>
          <a:xfrm>
            <a:off x="3603320" y="985861"/>
            <a:ext cx="1014609" cy="407804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600" b="1" dirty="0">
                <a:solidFill>
                  <a:srgbClr val="0080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Points: 476</a:t>
            </a:r>
          </a:p>
          <a:p>
            <a:pPr>
              <a:spcAft>
                <a:spcPts val="100"/>
              </a:spcAft>
            </a:pP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Remaining rounds: 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>
              <a:spcAft>
                <a:spcPts val="100"/>
              </a:spcAft>
            </a:pP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Remaining clicks: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</a:p>
          <a:p>
            <a:pPr>
              <a:spcAft>
                <a:spcPts val="100"/>
              </a:spcAft>
            </a:pP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Stars collected:</a:t>
            </a:r>
            <a:endParaRPr lang="en-US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45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66BD-303B-9D45-E950-E8F0B34A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67A5284-A046-908D-489F-050C0C64257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439773"/>
            <a:ext cx="6058691" cy="3815861"/>
            <a:chOff x="231563" y="2575404"/>
            <a:chExt cx="4962849" cy="3125682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E9A304F-C980-BC03-FDBB-9215271EA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64" t="21611" r="5353" b="22976"/>
            <a:stretch>
              <a:fillRect/>
            </a:stretch>
          </p:blipFill>
          <p:spPr>
            <a:xfrm>
              <a:off x="231563" y="2575404"/>
              <a:ext cx="4962849" cy="3125682"/>
            </a:xfrm>
            <a:prstGeom prst="rect">
              <a:avLst/>
            </a:prstGeom>
          </p:spPr>
        </p:pic>
        <p:pic>
          <p:nvPicPr>
            <p:cNvPr id="79" name="Image" descr="Image">
              <a:extLst>
                <a:ext uri="{FF2B5EF4-FFF2-40B4-BE49-F238E27FC236}">
                  <a16:creationId xmlns:a16="http://schemas.microsoft.com/office/drawing/2014/main" id="{2C3F5DD5-8B9C-2F15-D257-4B3D272B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7664" y="2994339"/>
              <a:ext cx="2499461" cy="172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8445B30-DE05-7C48-0E4E-F14FDAC36D2C}"/>
              </a:ext>
            </a:extLst>
          </p:cNvPr>
          <p:cNvSpPr txBox="1"/>
          <p:nvPr/>
        </p:nvSpPr>
        <p:spPr>
          <a:xfrm>
            <a:off x="2508719" y="-8041"/>
            <a:ext cx="85779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Task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A91C4A-60CE-0EB8-538E-AA6BB8D30889}"/>
              </a:ext>
            </a:extLst>
          </p:cNvPr>
          <p:cNvSpPr txBox="1"/>
          <p:nvPr/>
        </p:nvSpPr>
        <p:spPr>
          <a:xfrm>
            <a:off x="13182730" y="-8041"/>
            <a:ext cx="21310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Environments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F78DDD-40DA-F689-5D57-ABC8225D0F86}"/>
              </a:ext>
            </a:extLst>
          </p:cNvPr>
          <p:cNvSpPr txBox="1"/>
          <p:nvPr/>
        </p:nvSpPr>
        <p:spPr>
          <a:xfrm>
            <a:off x="8018304" y="-8041"/>
            <a:ext cx="17227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Procedure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6D86320-722E-7357-17B2-6F4A7AA7AF66}"/>
              </a:ext>
            </a:extLst>
          </p:cNvPr>
          <p:cNvSpPr>
            <a:spLocks noChangeAspect="1"/>
          </p:cNvSpPr>
          <p:nvPr/>
        </p:nvSpPr>
        <p:spPr>
          <a:xfrm>
            <a:off x="7469743" y="628800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Image" descr="Image">
            <a:extLst>
              <a:ext uri="{FF2B5EF4-FFF2-40B4-BE49-F238E27FC236}">
                <a16:creationId xmlns:a16="http://schemas.microsoft.com/office/drawing/2014/main" id="{7E9BE874-E4FA-E792-44C0-83DF8B3A7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4" t="1330" r="32651" b="1508"/>
          <a:stretch>
            <a:fillRect/>
          </a:stretch>
        </p:blipFill>
        <p:spPr>
          <a:xfrm>
            <a:off x="7490577" y="655443"/>
            <a:ext cx="1188000" cy="11880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6AAF86B2-9F73-4989-6F23-53EFA12FAF93}"/>
              </a:ext>
            </a:extLst>
          </p:cNvPr>
          <p:cNvSpPr>
            <a:spLocks noChangeAspect="1"/>
          </p:cNvSpPr>
          <p:nvPr/>
        </p:nvSpPr>
        <p:spPr>
          <a:xfrm>
            <a:off x="7929446" y="1019166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6257324-ECCA-C959-68D5-CD7A13CB2536}"/>
              </a:ext>
            </a:extLst>
          </p:cNvPr>
          <p:cNvSpPr>
            <a:spLocks noChangeAspect="1"/>
          </p:cNvSpPr>
          <p:nvPr/>
        </p:nvSpPr>
        <p:spPr>
          <a:xfrm>
            <a:off x="8202941" y="1296288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1185B21-EB6D-7071-ECCB-A3FC603A3674}"/>
              </a:ext>
            </a:extLst>
          </p:cNvPr>
          <p:cNvSpPr>
            <a:spLocks noChangeAspect="1"/>
          </p:cNvSpPr>
          <p:nvPr/>
        </p:nvSpPr>
        <p:spPr>
          <a:xfrm>
            <a:off x="8476436" y="1573410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5538B35-54A3-EA78-19CF-E74617CD6FE0}"/>
              </a:ext>
            </a:extLst>
          </p:cNvPr>
          <p:cNvSpPr>
            <a:spLocks noChangeAspect="1"/>
          </p:cNvSpPr>
          <p:nvPr/>
        </p:nvSpPr>
        <p:spPr>
          <a:xfrm>
            <a:off x="8749931" y="1850532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B59DF2A-17E3-D8FE-6F19-396DA70F9ACC}"/>
              </a:ext>
            </a:extLst>
          </p:cNvPr>
          <p:cNvSpPr>
            <a:spLocks noChangeAspect="1"/>
          </p:cNvSpPr>
          <p:nvPr/>
        </p:nvSpPr>
        <p:spPr>
          <a:xfrm>
            <a:off x="9023426" y="2127654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AA326DB-484B-9336-7AB5-1F162F7E4C1C}"/>
              </a:ext>
            </a:extLst>
          </p:cNvPr>
          <p:cNvSpPr>
            <a:spLocks noChangeAspect="1"/>
          </p:cNvSpPr>
          <p:nvPr/>
        </p:nvSpPr>
        <p:spPr>
          <a:xfrm>
            <a:off x="9296921" y="2404776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BD26823-E7B6-014A-1E74-8E58A1FCC879}"/>
              </a:ext>
            </a:extLst>
          </p:cNvPr>
          <p:cNvSpPr>
            <a:spLocks noChangeAspect="1"/>
          </p:cNvSpPr>
          <p:nvPr/>
        </p:nvSpPr>
        <p:spPr>
          <a:xfrm>
            <a:off x="9570416" y="2681898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BC0AC3-8310-A715-C778-4F0E03944C29}"/>
              </a:ext>
            </a:extLst>
          </p:cNvPr>
          <p:cNvSpPr txBox="1"/>
          <p:nvPr/>
        </p:nvSpPr>
        <p:spPr>
          <a:xfrm>
            <a:off x="6423782" y="713773"/>
            <a:ext cx="891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Tutorial</a:t>
            </a:r>
          </a:p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round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0C212D-B1CA-9C05-1E93-A8DC85C0EED7}"/>
              </a:ext>
            </a:extLst>
          </p:cNvPr>
          <p:cNvSpPr txBox="1"/>
          <p:nvPr/>
        </p:nvSpPr>
        <p:spPr>
          <a:xfrm>
            <a:off x="6423782" y="1772136"/>
            <a:ext cx="1147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8 rounds of search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6599B80-426B-A0F3-7485-8C7DB01EDB89}"/>
              </a:ext>
            </a:extLst>
          </p:cNvPr>
          <p:cNvCxnSpPr>
            <a:cxnSpLocks/>
          </p:cNvCxnSpPr>
          <p:nvPr/>
        </p:nvCxnSpPr>
        <p:spPr>
          <a:xfrm>
            <a:off x="9557902" y="628800"/>
            <a:ext cx="2416777" cy="2777280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29B566C-CFDD-1622-1795-67694B6ED4C3}"/>
              </a:ext>
            </a:extLst>
          </p:cNvPr>
          <p:cNvSpPr txBox="1"/>
          <p:nvPr/>
        </p:nvSpPr>
        <p:spPr>
          <a:xfrm rot="2940000">
            <a:off x="10253457" y="1580231"/>
            <a:ext cx="1310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Time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513DA09-3348-1B07-80B5-904562F88DEA}"/>
              </a:ext>
            </a:extLst>
          </p:cNvPr>
          <p:cNvSpPr txBox="1"/>
          <p:nvPr/>
        </p:nvSpPr>
        <p:spPr>
          <a:xfrm>
            <a:off x="6423782" y="2600339"/>
            <a:ext cx="176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25 clicks in each round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E46F21B-AC37-163A-519D-693EB811CDAB}"/>
              </a:ext>
            </a:extLst>
          </p:cNvPr>
          <p:cNvGrpSpPr/>
          <p:nvPr/>
        </p:nvGrpSpPr>
        <p:grpSpPr>
          <a:xfrm>
            <a:off x="9941459" y="3031634"/>
            <a:ext cx="1224000" cy="1224000"/>
            <a:chOff x="15216601" y="25659727"/>
            <a:chExt cx="1224000" cy="122400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08EFB50-DBCD-6A46-D820-4E653EABEC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216601" y="25659727"/>
              <a:ext cx="1224000" cy="122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D2B5421-32C4-01C5-7688-8A302D1F1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8"/>
            <a:stretch>
              <a:fillRect/>
            </a:stretch>
          </p:blipFill>
          <p:spPr>
            <a:xfrm>
              <a:off x="15241862" y="25687196"/>
              <a:ext cx="1188000" cy="1188000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F5A12F0B-620A-F36A-6662-CAD619AB924D}"/>
              </a:ext>
            </a:extLst>
          </p:cNvPr>
          <p:cNvSpPr txBox="1"/>
          <p:nvPr/>
        </p:nvSpPr>
        <p:spPr>
          <a:xfrm>
            <a:off x="6423782" y="3351654"/>
            <a:ext cx="199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”Bonus round” with reward predictions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4F9189-D8D9-7CA1-668C-FF08ADE80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94836" y="3204369"/>
            <a:ext cx="1036408" cy="103640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50B1C58-D811-C2AD-659D-05B6E192F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43256" y="3204369"/>
            <a:ext cx="1036408" cy="103640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E7E5C22-94B9-E91F-382C-69256ED23C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1676" y="3204369"/>
            <a:ext cx="1036408" cy="1036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45C7F36-EF82-ABB8-7480-21C1C9B0B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94836" y="640776"/>
            <a:ext cx="1036408" cy="1036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E58CC9C-4A55-0725-9972-FDBB454D4B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94836" y="1922572"/>
            <a:ext cx="1036408" cy="10364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4F0CB9B-24F9-BAF4-28DA-CEB26753FD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43256" y="1922572"/>
            <a:ext cx="1036408" cy="1036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53C95ED-4DB4-9CC9-4AC7-E338FABCC4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43256" y="640776"/>
            <a:ext cx="1036408" cy="1036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8D2F1F4-4485-0DBA-EA5D-EED8329606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91676" y="1922572"/>
            <a:ext cx="1036408" cy="103640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BB1AE8F-4577-344D-DB18-13786187904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91676" y="640776"/>
            <a:ext cx="1036408" cy="103640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FBCCE90-A9BB-7401-4668-B3324C1D13F2}"/>
              </a:ext>
            </a:extLst>
          </p:cNvPr>
          <p:cNvSpPr txBox="1"/>
          <p:nvPr/>
        </p:nvSpPr>
        <p:spPr>
          <a:xfrm>
            <a:off x="2761202" y="1012162"/>
            <a:ext cx="216000" cy="216000"/>
          </a:xfrm>
          <a:prstGeom prst="rect">
            <a:avLst/>
          </a:prstGeom>
          <a:solidFill>
            <a:srgbClr val="FDD7A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23CE9-D81E-F1B1-CE8B-59A159190B76}"/>
              </a:ext>
            </a:extLst>
          </p:cNvPr>
          <p:cNvSpPr txBox="1"/>
          <p:nvPr/>
        </p:nvSpPr>
        <p:spPr>
          <a:xfrm>
            <a:off x="2772354" y="1523602"/>
            <a:ext cx="216000" cy="216000"/>
          </a:xfrm>
          <a:prstGeom prst="rect">
            <a:avLst/>
          </a:prstGeom>
          <a:solidFill>
            <a:srgbClr val="FEE2BC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74E3C1-E749-5111-2E0E-DBBF406BF03D}"/>
              </a:ext>
            </a:extLst>
          </p:cNvPr>
          <p:cNvSpPr txBox="1"/>
          <p:nvPr/>
        </p:nvSpPr>
        <p:spPr>
          <a:xfrm>
            <a:off x="2269254" y="1523602"/>
            <a:ext cx="216000" cy="180000"/>
          </a:xfrm>
          <a:prstGeom prst="rect">
            <a:avLst/>
          </a:prstGeom>
          <a:solidFill>
            <a:srgbClr val="FEE9C9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29C765-2A12-94D1-ED4C-7417AD69D3B2}"/>
              </a:ext>
            </a:extLst>
          </p:cNvPr>
          <p:cNvSpPr txBox="1"/>
          <p:nvPr/>
        </p:nvSpPr>
        <p:spPr>
          <a:xfrm>
            <a:off x="2534050" y="1785862"/>
            <a:ext cx="216000" cy="180000"/>
          </a:xfrm>
          <a:prstGeom prst="rect">
            <a:avLst/>
          </a:prstGeom>
          <a:solidFill>
            <a:srgbClr val="FEE0B6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8859F4-8611-795E-7709-C1D24AA138CA}"/>
              </a:ext>
            </a:extLst>
          </p:cNvPr>
          <p:cNvSpPr txBox="1"/>
          <p:nvPr/>
        </p:nvSpPr>
        <p:spPr>
          <a:xfrm>
            <a:off x="1774256" y="1785862"/>
            <a:ext cx="216000" cy="180000"/>
          </a:xfrm>
          <a:prstGeom prst="rect">
            <a:avLst/>
          </a:prstGeom>
          <a:solidFill>
            <a:srgbClr val="FDD7A1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12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DDCE82-1650-89F6-2B47-75845C09AA7B}"/>
              </a:ext>
            </a:extLst>
          </p:cNvPr>
          <p:cNvSpPr txBox="1"/>
          <p:nvPr/>
        </p:nvSpPr>
        <p:spPr>
          <a:xfrm>
            <a:off x="1779783" y="2282785"/>
            <a:ext cx="216000" cy="180000"/>
          </a:xfrm>
          <a:prstGeom prst="rect">
            <a:avLst/>
          </a:prstGeom>
          <a:solidFill>
            <a:srgbClr val="EC5F43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5A51FD-C9DE-2547-472D-9EBF87BB4B15}"/>
              </a:ext>
            </a:extLst>
          </p:cNvPr>
          <p:cNvSpPr txBox="1"/>
          <p:nvPr/>
        </p:nvSpPr>
        <p:spPr>
          <a:xfrm>
            <a:off x="2764774" y="2282785"/>
            <a:ext cx="216000" cy="180000"/>
          </a:xfrm>
          <a:prstGeom prst="rect">
            <a:avLst/>
          </a:prstGeom>
          <a:solidFill>
            <a:srgbClr val="FC946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24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54FDCD-F545-0EB2-21E2-318891CE2A72}"/>
              </a:ext>
            </a:extLst>
          </p:cNvPr>
          <p:cNvSpPr txBox="1"/>
          <p:nvPr/>
        </p:nvSpPr>
        <p:spPr>
          <a:xfrm>
            <a:off x="1537502" y="2537016"/>
            <a:ext cx="216000" cy="180000"/>
          </a:xfrm>
          <a:prstGeom prst="rect">
            <a:avLst/>
          </a:prstGeom>
          <a:solidFill>
            <a:srgbClr val="C91D13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29BCB3-E9D0-A1EF-055D-EE91328AA71F}"/>
              </a:ext>
            </a:extLst>
          </p:cNvPr>
          <p:cNvSpPr txBox="1"/>
          <p:nvPr/>
        </p:nvSpPr>
        <p:spPr>
          <a:xfrm>
            <a:off x="1776673" y="2537016"/>
            <a:ext cx="216000" cy="180000"/>
          </a:xfrm>
          <a:prstGeom prst="rect">
            <a:avLst/>
          </a:prstGeom>
          <a:solidFill>
            <a:srgbClr val="BD0E08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F770AC-FFAF-1010-771C-FCBEE5F8EEBF}"/>
              </a:ext>
            </a:extLst>
          </p:cNvPr>
          <p:cNvSpPr txBox="1"/>
          <p:nvPr/>
        </p:nvSpPr>
        <p:spPr>
          <a:xfrm>
            <a:off x="2277197" y="2537016"/>
            <a:ext cx="216000" cy="180000"/>
          </a:xfrm>
          <a:prstGeom prst="rect">
            <a:avLst/>
          </a:prstGeom>
          <a:solidFill>
            <a:srgbClr val="E2442F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DADCAE-2D50-4209-4967-2E585AA2EDED}"/>
              </a:ext>
            </a:extLst>
          </p:cNvPr>
          <p:cNvSpPr txBox="1"/>
          <p:nvPr/>
        </p:nvSpPr>
        <p:spPr>
          <a:xfrm>
            <a:off x="2772354" y="2537016"/>
            <a:ext cx="216000" cy="180000"/>
          </a:xfrm>
          <a:prstGeom prst="rect">
            <a:avLst/>
          </a:prstGeom>
          <a:solidFill>
            <a:srgbClr val="F5724E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29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5ACFD2-2268-1349-28FA-23888DA21A72}"/>
              </a:ext>
            </a:extLst>
          </p:cNvPr>
          <p:cNvSpPr txBox="1"/>
          <p:nvPr/>
        </p:nvSpPr>
        <p:spPr>
          <a:xfrm>
            <a:off x="1545121" y="2797410"/>
            <a:ext cx="216000" cy="180000"/>
          </a:xfrm>
          <a:prstGeom prst="rect">
            <a:avLst/>
          </a:prstGeom>
          <a:solidFill>
            <a:srgbClr val="BD0E08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E2EEF6-F04C-45E2-05C7-1B5C8715E2E9}"/>
              </a:ext>
            </a:extLst>
          </p:cNvPr>
          <p:cNvSpPr txBox="1"/>
          <p:nvPr/>
        </p:nvSpPr>
        <p:spPr>
          <a:xfrm>
            <a:off x="1785488" y="2797410"/>
            <a:ext cx="216000" cy="180000"/>
          </a:xfrm>
          <a:prstGeom prst="rect">
            <a:avLst/>
          </a:prstGeom>
          <a:solidFill>
            <a:srgbClr val="AC00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15ED12-E7AD-855C-6D91-671CE316A365}"/>
              </a:ext>
            </a:extLst>
          </p:cNvPr>
          <p:cNvSpPr txBox="1"/>
          <p:nvPr/>
        </p:nvSpPr>
        <p:spPr>
          <a:xfrm>
            <a:off x="2037427" y="2797410"/>
            <a:ext cx="216000" cy="180000"/>
          </a:xfrm>
          <a:prstGeom prst="rect">
            <a:avLst/>
          </a:prstGeom>
          <a:solidFill>
            <a:srgbClr val="B20100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200" dirty="0"/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288632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8C5A062D-DCEF-9B03-BB80-80805C9B5A1A}"/>
              </a:ext>
            </a:extLst>
          </p:cNvPr>
          <p:cNvGrpSpPr>
            <a:grpSpLocks noChangeAspect="1"/>
          </p:cNvGrpSpPr>
          <p:nvPr/>
        </p:nvGrpSpPr>
        <p:grpSpPr>
          <a:xfrm>
            <a:off x="12305948" y="647296"/>
            <a:ext cx="3686651" cy="3464787"/>
            <a:chOff x="12921456" y="19185731"/>
            <a:chExt cx="7395448" cy="6950372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D833517-E369-DC4E-36B8-412528AFB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21456" y="19185731"/>
              <a:ext cx="4432300" cy="443230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C7E44D5-EF63-5F2B-8524-635565F7A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44222" y="20062522"/>
              <a:ext cx="4432300" cy="4432300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1327967-F772-544C-68D0-48B785722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66988" y="20939313"/>
              <a:ext cx="4432300" cy="4432300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BC2816A-6DEB-6258-6E29-8E52FFF31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1247"/>
            <a:stretch>
              <a:fillRect/>
            </a:stretch>
          </p:blipFill>
          <p:spPr>
            <a:xfrm>
              <a:off x="15989755" y="21816103"/>
              <a:ext cx="4327149" cy="432000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AC4BBE2-0F68-D05C-5DA1-BF71C5CC5F0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439773"/>
            <a:ext cx="6058691" cy="3815861"/>
            <a:chOff x="231563" y="2575404"/>
            <a:chExt cx="4962849" cy="3125682"/>
          </a:xfrm>
        </p:grpSpPr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BDFA837-32AC-4361-D200-E5293BB27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664" t="21611" r="5353" b="22976"/>
            <a:stretch>
              <a:fillRect/>
            </a:stretch>
          </p:blipFill>
          <p:spPr>
            <a:xfrm>
              <a:off x="231563" y="2575404"/>
              <a:ext cx="4962849" cy="3125682"/>
            </a:xfrm>
            <a:prstGeom prst="rect">
              <a:avLst/>
            </a:prstGeom>
          </p:spPr>
        </p:pic>
        <p:pic>
          <p:nvPicPr>
            <p:cNvPr id="79" name="Image" descr="Image">
              <a:extLst>
                <a:ext uri="{FF2B5EF4-FFF2-40B4-BE49-F238E27FC236}">
                  <a16:creationId xmlns:a16="http://schemas.microsoft.com/office/drawing/2014/main" id="{2CE87A36-6892-A49A-9610-B6CBDCA82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27664" y="2994339"/>
              <a:ext cx="2499461" cy="172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71E4D08-87DF-61BD-C1FF-2F48DF5FBA20}"/>
              </a:ext>
            </a:extLst>
          </p:cNvPr>
          <p:cNvSpPr txBox="1"/>
          <p:nvPr/>
        </p:nvSpPr>
        <p:spPr>
          <a:xfrm>
            <a:off x="2508719" y="-8041"/>
            <a:ext cx="85779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Task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97A300-5E81-4CF9-CCD4-584F03355EDB}"/>
              </a:ext>
            </a:extLst>
          </p:cNvPr>
          <p:cNvSpPr txBox="1"/>
          <p:nvPr/>
        </p:nvSpPr>
        <p:spPr>
          <a:xfrm>
            <a:off x="13017630" y="-8041"/>
            <a:ext cx="21310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Environments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71E1DE2-74FF-C979-AD89-03EF229E06B5}"/>
              </a:ext>
            </a:extLst>
          </p:cNvPr>
          <p:cNvSpPr txBox="1"/>
          <p:nvPr/>
        </p:nvSpPr>
        <p:spPr>
          <a:xfrm>
            <a:off x="8018304" y="-8041"/>
            <a:ext cx="17227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Procedure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6EC10D9-3FDA-5494-AF01-A99DDF2E3259}"/>
              </a:ext>
            </a:extLst>
          </p:cNvPr>
          <p:cNvSpPr>
            <a:spLocks noChangeAspect="1"/>
          </p:cNvSpPr>
          <p:nvPr/>
        </p:nvSpPr>
        <p:spPr>
          <a:xfrm>
            <a:off x="7469743" y="628800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4" name="Image" descr="Image">
            <a:extLst>
              <a:ext uri="{FF2B5EF4-FFF2-40B4-BE49-F238E27FC236}">
                <a16:creationId xmlns:a16="http://schemas.microsoft.com/office/drawing/2014/main" id="{D54F3F58-9C01-0F1D-7030-ED4CB285CAF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94" t="1330" r="32651" b="1508"/>
          <a:stretch>
            <a:fillRect/>
          </a:stretch>
        </p:blipFill>
        <p:spPr>
          <a:xfrm>
            <a:off x="7490577" y="655443"/>
            <a:ext cx="1188000" cy="118800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853AB7EB-6194-7658-67E5-1A34E32737F8}"/>
              </a:ext>
            </a:extLst>
          </p:cNvPr>
          <p:cNvSpPr>
            <a:spLocks noChangeAspect="1"/>
          </p:cNvSpPr>
          <p:nvPr/>
        </p:nvSpPr>
        <p:spPr>
          <a:xfrm>
            <a:off x="7929446" y="1019166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8D8540B-28A8-C964-0916-98ADBC06B2E0}"/>
              </a:ext>
            </a:extLst>
          </p:cNvPr>
          <p:cNvSpPr>
            <a:spLocks noChangeAspect="1"/>
          </p:cNvSpPr>
          <p:nvPr/>
        </p:nvSpPr>
        <p:spPr>
          <a:xfrm>
            <a:off x="8202941" y="1296288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B945779-C1E9-8AC7-D3F0-FB76AB437AA0}"/>
              </a:ext>
            </a:extLst>
          </p:cNvPr>
          <p:cNvSpPr>
            <a:spLocks noChangeAspect="1"/>
          </p:cNvSpPr>
          <p:nvPr/>
        </p:nvSpPr>
        <p:spPr>
          <a:xfrm>
            <a:off x="8476436" y="1573410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B661F2B-11F7-51BE-AAC8-BBC669B48D45}"/>
              </a:ext>
            </a:extLst>
          </p:cNvPr>
          <p:cNvSpPr>
            <a:spLocks noChangeAspect="1"/>
          </p:cNvSpPr>
          <p:nvPr/>
        </p:nvSpPr>
        <p:spPr>
          <a:xfrm>
            <a:off x="8749931" y="1850532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179F596-7D73-38BB-DAF4-17F6B8510B7F}"/>
              </a:ext>
            </a:extLst>
          </p:cNvPr>
          <p:cNvSpPr>
            <a:spLocks noChangeAspect="1"/>
          </p:cNvSpPr>
          <p:nvPr/>
        </p:nvSpPr>
        <p:spPr>
          <a:xfrm>
            <a:off x="9023426" y="2127654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F5B5AA-6D10-2387-9C82-493513E83EED}"/>
              </a:ext>
            </a:extLst>
          </p:cNvPr>
          <p:cNvSpPr>
            <a:spLocks noChangeAspect="1"/>
          </p:cNvSpPr>
          <p:nvPr/>
        </p:nvSpPr>
        <p:spPr>
          <a:xfrm>
            <a:off x="9296921" y="2404776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4FD96ED-76EC-6CBD-6AEE-BD6AE0DC6BF6}"/>
              </a:ext>
            </a:extLst>
          </p:cNvPr>
          <p:cNvSpPr>
            <a:spLocks noChangeAspect="1"/>
          </p:cNvSpPr>
          <p:nvPr/>
        </p:nvSpPr>
        <p:spPr>
          <a:xfrm>
            <a:off x="9570416" y="2681898"/>
            <a:ext cx="1224000" cy="122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C7728F4-E58A-CD50-621E-09FFC051CADB}"/>
              </a:ext>
            </a:extLst>
          </p:cNvPr>
          <p:cNvSpPr txBox="1"/>
          <p:nvPr/>
        </p:nvSpPr>
        <p:spPr>
          <a:xfrm>
            <a:off x="6423782" y="713773"/>
            <a:ext cx="891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Tutorial</a:t>
            </a:r>
          </a:p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round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EFF42B0-6E1A-59A4-F304-07DD33A0826D}"/>
              </a:ext>
            </a:extLst>
          </p:cNvPr>
          <p:cNvSpPr txBox="1"/>
          <p:nvPr/>
        </p:nvSpPr>
        <p:spPr>
          <a:xfrm>
            <a:off x="6423782" y="1772136"/>
            <a:ext cx="1147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8 rounds of search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BCC495B-58E8-195F-A905-EBADDEEAC1CE}"/>
              </a:ext>
            </a:extLst>
          </p:cNvPr>
          <p:cNvCxnSpPr>
            <a:cxnSpLocks/>
          </p:cNvCxnSpPr>
          <p:nvPr/>
        </p:nvCxnSpPr>
        <p:spPr>
          <a:xfrm>
            <a:off x="9557902" y="628800"/>
            <a:ext cx="2416777" cy="2777280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A1CA980-DEBE-7ED3-FCBB-F27C08FFC466}"/>
              </a:ext>
            </a:extLst>
          </p:cNvPr>
          <p:cNvSpPr txBox="1"/>
          <p:nvPr/>
        </p:nvSpPr>
        <p:spPr>
          <a:xfrm rot="2940000">
            <a:off x="10253457" y="1580231"/>
            <a:ext cx="1310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Time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C70F5D4-92D3-9A8C-3B4A-63DA43F4707A}"/>
              </a:ext>
            </a:extLst>
          </p:cNvPr>
          <p:cNvSpPr txBox="1"/>
          <p:nvPr/>
        </p:nvSpPr>
        <p:spPr>
          <a:xfrm>
            <a:off x="6423782" y="2600339"/>
            <a:ext cx="176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25 clicks in each round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4886B0F8-113B-E041-926B-ECBDC1D45231}"/>
              </a:ext>
            </a:extLst>
          </p:cNvPr>
          <p:cNvGrpSpPr/>
          <p:nvPr/>
        </p:nvGrpSpPr>
        <p:grpSpPr>
          <a:xfrm>
            <a:off x="9941459" y="3031634"/>
            <a:ext cx="1224000" cy="1224000"/>
            <a:chOff x="15216601" y="25659727"/>
            <a:chExt cx="1224000" cy="122400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A057943-34A0-3508-F911-C78D2758DC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216601" y="25659727"/>
              <a:ext cx="1224000" cy="1224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9D13B8D9-D39C-D4ED-A13A-AE7884DA0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738"/>
            <a:stretch>
              <a:fillRect/>
            </a:stretch>
          </p:blipFill>
          <p:spPr>
            <a:xfrm>
              <a:off x="15241862" y="25687196"/>
              <a:ext cx="1188000" cy="1188000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9C215B1-3CF1-6167-D884-7C75549F646D}"/>
              </a:ext>
            </a:extLst>
          </p:cNvPr>
          <p:cNvSpPr txBox="1"/>
          <p:nvPr/>
        </p:nvSpPr>
        <p:spPr>
          <a:xfrm>
            <a:off x="6423782" y="3351654"/>
            <a:ext cx="199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”Bonus round” with reward predictions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685BF-4FD3-9357-7EEE-941C1AD4203B}"/>
              </a:ext>
            </a:extLst>
          </p:cNvPr>
          <p:cNvSpPr txBox="1"/>
          <p:nvPr/>
        </p:nvSpPr>
        <p:spPr>
          <a:xfrm>
            <a:off x="4050792" y="1961126"/>
            <a:ext cx="8101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right panel shows nine example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845256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131</Words>
  <Application>Microsoft Macintosh PowerPoint</Application>
  <PresentationFormat>Custom</PresentationFormat>
  <Paragraphs>64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Helvetica Neue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BM</dc:creator>
  <cp:lastModifiedBy>BM</cp:lastModifiedBy>
  <cp:revision>1</cp:revision>
  <dcterms:created xsi:type="dcterms:W3CDTF">2025-07-25T13:56:53Z</dcterms:created>
  <dcterms:modified xsi:type="dcterms:W3CDTF">2026-03-30T14:11:43Z</dcterms:modified>
</cp:coreProperties>
</file>