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56" r:id="rId2"/>
  </p:sldIdLst>
  <p:sldSz cx="15119350" cy="4319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6D57924-B848-2742-8D38-F6230294B7DC}" v="4" dt="2025-07-25T14:06:47.7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77"/>
    <p:restoredTop sz="94715"/>
  </p:normalViewPr>
  <p:slideViewPr>
    <p:cSldViewPr snapToGrid="0">
      <p:cViewPr>
        <p:scale>
          <a:sx n="75" d="100"/>
          <a:sy n="75" d="100"/>
        </p:scale>
        <p:origin x="2224" y="2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9919" y="706933"/>
            <a:ext cx="11339513" cy="1503857"/>
          </a:xfrm>
        </p:spPr>
        <p:txBody>
          <a:bodyPr anchor="b"/>
          <a:lstStyle>
            <a:lvl1pPr algn="ctr">
              <a:defRPr sz="377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89919" y="2268784"/>
            <a:ext cx="11339513" cy="1042900"/>
          </a:xfrm>
        </p:spPr>
        <p:txBody>
          <a:bodyPr/>
          <a:lstStyle>
            <a:lvl1pPr marL="0" indent="0" algn="ctr">
              <a:buNone/>
              <a:defRPr sz="1512"/>
            </a:lvl1pPr>
            <a:lvl2pPr marL="287990" indent="0" algn="ctr">
              <a:buNone/>
              <a:defRPr sz="1260"/>
            </a:lvl2pPr>
            <a:lvl3pPr marL="575981" indent="0" algn="ctr">
              <a:buNone/>
              <a:defRPr sz="1134"/>
            </a:lvl3pPr>
            <a:lvl4pPr marL="863971" indent="0" algn="ctr">
              <a:buNone/>
              <a:defRPr sz="1008"/>
            </a:lvl4pPr>
            <a:lvl5pPr marL="1151961" indent="0" algn="ctr">
              <a:buNone/>
              <a:defRPr sz="1008"/>
            </a:lvl5pPr>
            <a:lvl6pPr marL="1439951" indent="0" algn="ctr">
              <a:buNone/>
              <a:defRPr sz="1008"/>
            </a:lvl6pPr>
            <a:lvl7pPr marL="1727942" indent="0" algn="ctr">
              <a:buNone/>
              <a:defRPr sz="1008"/>
            </a:lvl7pPr>
            <a:lvl8pPr marL="2015932" indent="0" algn="ctr">
              <a:buNone/>
              <a:defRPr sz="1008"/>
            </a:lvl8pPr>
            <a:lvl9pPr marL="2303922" indent="0" algn="ctr">
              <a:buNone/>
              <a:defRPr sz="1008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1825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80269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581" y="1076898"/>
            <a:ext cx="13040439" cy="1796828"/>
          </a:xfrm>
        </p:spPr>
        <p:txBody>
          <a:bodyPr anchor="b"/>
          <a:lstStyle>
            <a:lvl1pPr>
              <a:defRPr sz="377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1581" y="2890725"/>
            <a:ext cx="13040439" cy="944910"/>
          </a:xfrm>
        </p:spPr>
        <p:txBody>
          <a:bodyPr/>
          <a:lstStyle>
            <a:lvl1pPr marL="0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1pPr>
            <a:lvl2pPr marL="28799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2pPr>
            <a:lvl3pPr marL="575981" indent="0">
              <a:buNone/>
              <a:defRPr sz="1134">
                <a:solidFill>
                  <a:schemeClr val="tx1">
                    <a:tint val="82000"/>
                  </a:schemeClr>
                </a:solidFill>
              </a:defRPr>
            </a:lvl3pPr>
            <a:lvl4pPr marL="863971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4pPr>
            <a:lvl5pPr marL="1151961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5pPr>
            <a:lvl6pPr marL="1439951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6pPr>
            <a:lvl7pPr marL="1727942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7pPr>
            <a:lvl8pPr marL="2015932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8pPr>
            <a:lvl9pPr marL="2303922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151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39455" y="1149890"/>
            <a:ext cx="6425724" cy="274073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54171" y="1149890"/>
            <a:ext cx="6425724" cy="274073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4767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229978"/>
            <a:ext cx="13040439" cy="83492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1425" y="1058899"/>
            <a:ext cx="6396193" cy="518950"/>
          </a:xfrm>
        </p:spPr>
        <p:txBody>
          <a:bodyPr anchor="b"/>
          <a:lstStyle>
            <a:lvl1pPr marL="0" indent="0">
              <a:buNone/>
              <a:defRPr sz="1512" b="1"/>
            </a:lvl1pPr>
            <a:lvl2pPr marL="287990" indent="0">
              <a:buNone/>
              <a:defRPr sz="1260" b="1"/>
            </a:lvl2pPr>
            <a:lvl3pPr marL="575981" indent="0">
              <a:buNone/>
              <a:defRPr sz="1134" b="1"/>
            </a:lvl3pPr>
            <a:lvl4pPr marL="863971" indent="0">
              <a:buNone/>
              <a:defRPr sz="1008" b="1"/>
            </a:lvl4pPr>
            <a:lvl5pPr marL="1151961" indent="0">
              <a:buNone/>
              <a:defRPr sz="1008" b="1"/>
            </a:lvl5pPr>
            <a:lvl6pPr marL="1439951" indent="0">
              <a:buNone/>
              <a:defRPr sz="1008" b="1"/>
            </a:lvl6pPr>
            <a:lvl7pPr marL="1727942" indent="0">
              <a:buNone/>
              <a:defRPr sz="1008" b="1"/>
            </a:lvl7pPr>
            <a:lvl8pPr marL="2015932" indent="0">
              <a:buNone/>
              <a:defRPr sz="1008" b="1"/>
            </a:lvl8pPr>
            <a:lvl9pPr marL="2303922" indent="0">
              <a:buNone/>
              <a:defRPr sz="1008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1425" y="1577849"/>
            <a:ext cx="6396193" cy="23207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54171" y="1058899"/>
            <a:ext cx="6427693" cy="518950"/>
          </a:xfrm>
        </p:spPr>
        <p:txBody>
          <a:bodyPr anchor="b"/>
          <a:lstStyle>
            <a:lvl1pPr marL="0" indent="0">
              <a:buNone/>
              <a:defRPr sz="1512" b="1"/>
            </a:lvl1pPr>
            <a:lvl2pPr marL="287990" indent="0">
              <a:buNone/>
              <a:defRPr sz="1260" b="1"/>
            </a:lvl2pPr>
            <a:lvl3pPr marL="575981" indent="0">
              <a:buNone/>
              <a:defRPr sz="1134" b="1"/>
            </a:lvl3pPr>
            <a:lvl4pPr marL="863971" indent="0">
              <a:buNone/>
              <a:defRPr sz="1008" b="1"/>
            </a:lvl4pPr>
            <a:lvl5pPr marL="1151961" indent="0">
              <a:buNone/>
              <a:defRPr sz="1008" b="1"/>
            </a:lvl5pPr>
            <a:lvl6pPr marL="1439951" indent="0">
              <a:buNone/>
              <a:defRPr sz="1008" b="1"/>
            </a:lvl6pPr>
            <a:lvl7pPr marL="1727942" indent="0">
              <a:buNone/>
              <a:defRPr sz="1008" b="1"/>
            </a:lvl7pPr>
            <a:lvl8pPr marL="2015932" indent="0">
              <a:buNone/>
              <a:defRPr sz="1008" b="1"/>
            </a:lvl8pPr>
            <a:lvl9pPr marL="2303922" indent="0">
              <a:buNone/>
              <a:defRPr sz="1008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54171" y="1577849"/>
            <a:ext cx="6427693" cy="23207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7/25/25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039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7/25/25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9915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7/25/25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827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287972"/>
            <a:ext cx="4876383" cy="1007904"/>
          </a:xfrm>
        </p:spPr>
        <p:txBody>
          <a:bodyPr anchor="b"/>
          <a:lstStyle>
            <a:lvl1pPr>
              <a:defRPr sz="201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7693" y="621941"/>
            <a:ext cx="7654171" cy="3069707"/>
          </a:xfrm>
        </p:spPr>
        <p:txBody>
          <a:bodyPr/>
          <a:lstStyle>
            <a:lvl1pPr>
              <a:defRPr sz="2016"/>
            </a:lvl1pPr>
            <a:lvl2pPr>
              <a:defRPr sz="1764"/>
            </a:lvl2pPr>
            <a:lvl3pPr>
              <a:defRPr sz="1512"/>
            </a:lvl3pPr>
            <a:lvl4pPr>
              <a:defRPr sz="1260"/>
            </a:lvl4pPr>
            <a:lvl5pPr>
              <a:defRPr sz="1260"/>
            </a:lvl5pPr>
            <a:lvl6pPr>
              <a:defRPr sz="1260"/>
            </a:lvl6pPr>
            <a:lvl7pPr>
              <a:defRPr sz="1260"/>
            </a:lvl7pPr>
            <a:lvl8pPr>
              <a:defRPr sz="1260"/>
            </a:lvl8pPr>
            <a:lvl9pPr>
              <a:defRPr sz="126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1295877"/>
            <a:ext cx="4876383" cy="2400771"/>
          </a:xfrm>
        </p:spPr>
        <p:txBody>
          <a:bodyPr/>
          <a:lstStyle>
            <a:lvl1pPr marL="0" indent="0">
              <a:buNone/>
              <a:defRPr sz="1008"/>
            </a:lvl1pPr>
            <a:lvl2pPr marL="287990" indent="0">
              <a:buNone/>
              <a:defRPr sz="882"/>
            </a:lvl2pPr>
            <a:lvl3pPr marL="575981" indent="0">
              <a:buNone/>
              <a:defRPr sz="756"/>
            </a:lvl3pPr>
            <a:lvl4pPr marL="863971" indent="0">
              <a:buNone/>
              <a:defRPr sz="630"/>
            </a:lvl4pPr>
            <a:lvl5pPr marL="1151961" indent="0">
              <a:buNone/>
              <a:defRPr sz="630"/>
            </a:lvl5pPr>
            <a:lvl6pPr marL="1439951" indent="0">
              <a:buNone/>
              <a:defRPr sz="630"/>
            </a:lvl6pPr>
            <a:lvl7pPr marL="1727942" indent="0">
              <a:buNone/>
              <a:defRPr sz="630"/>
            </a:lvl7pPr>
            <a:lvl8pPr marL="2015932" indent="0">
              <a:buNone/>
              <a:defRPr sz="630"/>
            </a:lvl8pPr>
            <a:lvl9pPr marL="2303922" indent="0">
              <a:buNone/>
              <a:defRPr sz="63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6823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287972"/>
            <a:ext cx="4876383" cy="1007904"/>
          </a:xfrm>
        </p:spPr>
        <p:txBody>
          <a:bodyPr anchor="b"/>
          <a:lstStyle>
            <a:lvl1pPr>
              <a:defRPr sz="201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427693" y="621941"/>
            <a:ext cx="7654171" cy="3069707"/>
          </a:xfrm>
        </p:spPr>
        <p:txBody>
          <a:bodyPr anchor="t"/>
          <a:lstStyle>
            <a:lvl1pPr marL="0" indent="0">
              <a:buNone/>
              <a:defRPr sz="2016"/>
            </a:lvl1pPr>
            <a:lvl2pPr marL="287990" indent="0">
              <a:buNone/>
              <a:defRPr sz="1764"/>
            </a:lvl2pPr>
            <a:lvl3pPr marL="575981" indent="0">
              <a:buNone/>
              <a:defRPr sz="1512"/>
            </a:lvl3pPr>
            <a:lvl4pPr marL="863971" indent="0">
              <a:buNone/>
              <a:defRPr sz="1260"/>
            </a:lvl4pPr>
            <a:lvl5pPr marL="1151961" indent="0">
              <a:buNone/>
              <a:defRPr sz="1260"/>
            </a:lvl5pPr>
            <a:lvl6pPr marL="1439951" indent="0">
              <a:buNone/>
              <a:defRPr sz="1260"/>
            </a:lvl6pPr>
            <a:lvl7pPr marL="1727942" indent="0">
              <a:buNone/>
              <a:defRPr sz="1260"/>
            </a:lvl7pPr>
            <a:lvl8pPr marL="2015932" indent="0">
              <a:buNone/>
              <a:defRPr sz="1260"/>
            </a:lvl8pPr>
            <a:lvl9pPr marL="2303922" indent="0">
              <a:buNone/>
              <a:defRPr sz="126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1295877"/>
            <a:ext cx="4876383" cy="2400771"/>
          </a:xfrm>
        </p:spPr>
        <p:txBody>
          <a:bodyPr/>
          <a:lstStyle>
            <a:lvl1pPr marL="0" indent="0">
              <a:buNone/>
              <a:defRPr sz="1008"/>
            </a:lvl1pPr>
            <a:lvl2pPr marL="287990" indent="0">
              <a:buNone/>
              <a:defRPr sz="882"/>
            </a:lvl2pPr>
            <a:lvl3pPr marL="575981" indent="0">
              <a:buNone/>
              <a:defRPr sz="756"/>
            </a:lvl3pPr>
            <a:lvl4pPr marL="863971" indent="0">
              <a:buNone/>
              <a:defRPr sz="630"/>
            </a:lvl4pPr>
            <a:lvl5pPr marL="1151961" indent="0">
              <a:buNone/>
              <a:defRPr sz="630"/>
            </a:lvl5pPr>
            <a:lvl6pPr marL="1439951" indent="0">
              <a:buNone/>
              <a:defRPr sz="630"/>
            </a:lvl6pPr>
            <a:lvl7pPr marL="1727942" indent="0">
              <a:buNone/>
              <a:defRPr sz="630"/>
            </a:lvl7pPr>
            <a:lvl8pPr marL="2015932" indent="0">
              <a:buNone/>
              <a:defRPr sz="630"/>
            </a:lvl8pPr>
            <a:lvl9pPr marL="2303922" indent="0">
              <a:buNone/>
              <a:defRPr sz="63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2565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497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819785" y="229978"/>
            <a:ext cx="3260110" cy="3660651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39455" y="229978"/>
            <a:ext cx="9591338" cy="3660651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8179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39456" y="229978"/>
            <a:ext cx="13040439" cy="834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9456" y="1149890"/>
            <a:ext cx="13040439" cy="27407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9455" y="4003618"/>
            <a:ext cx="3401854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85FBF7-6189-C04A-8896-44241FF05286}" type="datetimeFigureOut">
              <a:rPr lang="en-US" smtClean="0"/>
              <a:t>7/25/25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08285" y="4003618"/>
            <a:ext cx="5102781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041" y="4003618"/>
            <a:ext cx="3401854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204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575981" rtl="0" eaLnBrk="1" latinLnBrk="0" hangingPunct="1">
        <a:lnSpc>
          <a:spcPct val="90000"/>
        </a:lnSpc>
        <a:spcBef>
          <a:spcPct val="0"/>
        </a:spcBef>
        <a:buNone/>
        <a:defRPr sz="277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3995" indent="-143995" algn="l" defTabSz="575981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1pPr>
      <a:lvl2pPr marL="431985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2pPr>
      <a:lvl3pPr marL="71997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3pPr>
      <a:lvl4pPr marL="100796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4pPr>
      <a:lvl5pPr marL="129595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5pPr>
      <a:lvl6pPr marL="158394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6pPr>
      <a:lvl7pPr marL="187193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7pPr>
      <a:lvl8pPr marL="215992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8pPr>
      <a:lvl9pPr marL="244791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1pPr>
      <a:lvl2pPr marL="287990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2pPr>
      <a:lvl3pPr marL="57598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3pPr>
      <a:lvl4pPr marL="86397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4pPr>
      <a:lvl5pPr marL="115196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5pPr>
      <a:lvl6pPr marL="143995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6pPr>
      <a:lvl7pPr marL="172794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7pPr>
      <a:lvl8pPr marL="201593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8pPr>
      <a:lvl9pPr marL="230392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3" Type="http://schemas.openxmlformats.org/officeDocument/2006/relationships/image" Target="../media/image2.emf"/><Relationship Id="rId7" Type="http://schemas.openxmlformats.org/officeDocument/2006/relationships/image" Target="../media/image6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roup 57">
            <a:extLst>
              <a:ext uri="{FF2B5EF4-FFF2-40B4-BE49-F238E27FC236}">
                <a16:creationId xmlns:a16="http://schemas.microsoft.com/office/drawing/2014/main" id="{AAEA2726-7F98-5339-2BA6-DF72C4BFC99E}"/>
              </a:ext>
            </a:extLst>
          </p:cNvPr>
          <p:cNvGrpSpPr>
            <a:grpSpLocks noChangeAspect="1"/>
          </p:cNvGrpSpPr>
          <p:nvPr/>
        </p:nvGrpSpPr>
        <p:grpSpPr>
          <a:xfrm>
            <a:off x="11173777" y="627626"/>
            <a:ext cx="3686651" cy="3464787"/>
            <a:chOff x="12921456" y="19185731"/>
            <a:chExt cx="7395448" cy="6950372"/>
          </a:xfrm>
        </p:grpSpPr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86465171-18EC-4025-88E7-2B9EBF3D6D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921456" y="19185731"/>
              <a:ext cx="4432300" cy="4432300"/>
            </a:xfrm>
            <a:prstGeom prst="rect">
              <a:avLst/>
            </a:prstGeom>
          </p:spPr>
        </p:pic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3DBE54EE-B891-5F8F-8F43-140A57F4B1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944222" y="20062522"/>
              <a:ext cx="4432300" cy="4432300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E6F00B0B-E240-1F0C-6D52-5656FD86B5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966988" y="20939313"/>
              <a:ext cx="4432300" cy="4432300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F46F529E-34A6-B789-AB51-F571106EC2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51247"/>
            <a:stretch>
              <a:fillRect/>
            </a:stretch>
          </p:blipFill>
          <p:spPr>
            <a:xfrm>
              <a:off x="15989755" y="21816103"/>
              <a:ext cx="4327149" cy="4320000"/>
            </a:xfrm>
            <a:prstGeom prst="rect">
              <a:avLst/>
            </a:prstGeom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0AAB4D51-8856-A9D9-DF54-C0C9DD73BADB}"/>
              </a:ext>
            </a:extLst>
          </p:cNvPr>
          <p:cNvGrpSpPr>
            <a:grpSpLocks noChangeAspect="1"/>
          </p:cNvGrpSpPr>
          <p:nvPr/>
        </p:nvGrpSpPr>
        <p:grpSpPr>
          <a:xfrm>
            <a:off x="135466" y="372430"/>
            <a:ext cx="5731216" cy="3609612"/>
            <a:chOff x="231563" y="2575404"/>
            <a:chExt cx="4962849" cy="3125682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671E9904-D274-27A3-0C2A-82D837EF23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6664" t="21611" r="5353" b="22976"/>
            <a:stretch>
              <a:fillRect/>
            </a:stretch>
          </p:blipFill>
          <p:spPr>
            <a:xfrm>
              <a:off x="231563" y="2575404"/>
              <a:ext cx="4962849" cy="3125682"/>
            </a:xfrm>
            <a:prstGeom prst="rect">
              <a:avLst/>
            </a:prstGeom>
          </p:spPr>
        </p:pic>
        <p:pic>
          <p:nvPicPr>
            <p:cNvPr id="65" name="Image" descr="Image">
              <a:extLst>
                <a:ext uri="{FF2B5EF4-FFF2-40B4-BE49-F238E27FC236}">
                  <a16:creationId xmlns:a16="http://schemas.microsoft.com/office/drawing/2014/main" id="{068117E3-0536-BAF7-CB32-D47F23179B9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427664" y="2994339"/>
              <a:ext cx="2499461" cy="172800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1507D06C-F529-A716-3FA2-38C641CD6299}"/>
              </a:ext>
            </a:extLst>
          </p:cNvPr>
          <p:cNvSpPr txBox="1"/>
          <p:nvPr/>
        </p:nvSpPr>
        <p:spPr>
          <a:xfrm>
            <a:off x="2259954" y="12605"/>
            <a:ext cx="857799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19202B5-E33E-1400-9DC3-EA93BFA2D60D}"/>
              </a:ext>
            </a:extLst>
          </p:cNvPr>
          <p:cNvSpPr txBox="1"/>
          <p:nvPr/>
        </p:nvSpPr>
        <p:spPr>
          <a:xfrm>
            <a:off x="11675485" y="21742"/>
            <a:ext cx="221765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Environments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7878F50-984D-451B-BC66-75F24C7C4510}"/>
              </a:ext>
            </a:extLst>
          </p:cNvPr>
          <p:cNvSpPr txBox="1"/>
          <p:nvPr/>
        </p:nvSpPr>
        <p:spPr>
          <a:xfrm>
            <a:off x="7340304" y="21742"/>
            <a:ext cx="1722716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Procedure</a:t>
            </a:r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2CCF4D79-03EE-E87E-26B8-7A995F0E3197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5701"/>
          <a:stretch>
            <a:fillRect/>
          </a:stretch>
        </p:blipFill>
        <p:spPr>
          <a:xfrm>
            <a:off x="5866683" y="569175"/>
            <a:ext cx="4798388" cy="3464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52560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</TotalTime>
  <Words>3</Words>
  <Application>Microsoft Macintosh PowerPoint</Application>
  <PresentationFormat>Custom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 Neue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BM</dc:creator>
  <cp:lastModifiedBy>BM</cp:lastModifiedBy>
  <cp:revision>1</cp:revision>
  <dcterms:created xsi:type="dcterms:W3CDTF">2025-07-25T13:56:53Z</dcterms:created>
  <dcterms:modified xsi:type="dcterms:W3CDTF">2025-07-25T14:08:04Z</dcterms:modified>
</cp:coreProperties>
</file>