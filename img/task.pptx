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</p:sldIdLst>
  <p:sldSz cx="16200438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D57924-B848-2742-8D38-F6230294B7DC}" v="10" dt="2025-07-31T17:44:31.4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71"/>
    <p:restoredTop sz="94669"/>
  </p:normalViewPr>
  <p:slideViewPr>
    <p:cSldViewPr snapToGrid="0">
      <p:cViewPr varScale="1">
        <p:scale>
          <a:sx n="168" d="100"/>
          <a:sy n="168" d="100"/>
        </p:scale>
        <p:origin x="256" y="2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jörn Meder HMU Potsdam" userId="d258dbf6-ab6a-4282-851d-9abdcd54331d" providerId="ADAL" clId="{B6D57924-B848-2742-8D38-F6230294B7DC}"/>
    <pc:docChg chg="custSel addSld delSld modSld modMainMaster">
      <pc:chgData name="Björn Meder HMU Potsdam" userId="d258dbf6-ab6a-4282-851d-9abdcd54331d" providerId="ADAL" clId="{B6D57924-B848-2742-8D38-F6230294B7DC}" dt="2025-07-31T17:45:04.732" v="54" actId="2696"/>
      <pc:docMkLst>
        <pc:docMk/>
      </pc:docMkLst>
      <pc:sldChg chg="addSp delSp modSp mod">
        <pc:chgData name="Björn Meder HMU Potsdam" userId="d258dbf6-ab6a-4282-851d-9abdcd54331d" providerId="ADAL" clId="{B6D57924-B848-2742-8D38-F6230294B7DC}" dt="2025-07-31T12:15:23.197" v="47" actId="1038"/>
        <pc:sldMkLst>
          <pc:docMk/>
          <pc:sldMk cId="1845256045" sldId="256"/>
        </pc:sldMkLst>
        <pc:spChg chg="add del mod">
          <ac:chgData name="Björn Meder HMU Potsdam" userId="d258dbf6-ab6a-4282-851d-9abdcd54331d" providerId="ADAL" clId="{B6D57924-B848-2742-8D38-F6230294B7DC}" dt="2025-07-31T12:14:34.081" v="4" actId="21"/>
          <ac:spMkLst>
            <pc:docMk/>
            <pc:sldMk cId="1845256045" sldId="256"/>
            <ac:spMk id="11" creationId="{58D96654-5168-C42B-A936-CA26ABF3F4CC}"/>
          </ac:spMkLst>
        </pc:spChg>
        <pc:spChg chg="add del mod">
          <ac:chgData name="Björn Meder HMU Potsdam" userId="d258dbf6-ab6a-4282-851d-9abdcd54331d" providerId="ADAL" clId="{B6D57924-B848-2742-8D38-F6230294B7DC}" dt="2025-07-31T12:14:34.081" v="4" actId="21"/>
          <ac:spMkLst>
            <pc:docMk/>
            <pc:sldMk cId="1845256045" sldId="256"/>
            <ac:spMk id="12" creationId="{B1E92F34-CCB0-CCC9-8A33-70E3C3357846}"/>
          </ac:spMkLst>
        </pc:spChg>
        <pc:spChg chg="add del mod">
          <ac:chgData name="Björn Meder HMU Potsdam" userId="d258dbf6-ab6a-4282-851d-9abdcd54331d" providerId="ADAL" clId="{B6D57924-B848-2742-8D38-F6230294B7DC}" dt="2025-07-31T12:14:34.081" v="4" actId="21"/>
          <ac:spMkLst>
            <pc:docMk/>
            <pc:sldMk cId="1845256045" sldId="256"/>
            <ac:spMk id="13" creationId="{67129030-4285-C68C-6232-7994AA617540}"/>
          </ac:spMkLst>
        </pc:spChg>
        <pc:spChg chg="add del mod">
          <ac:chgData name="Björn Meder HMU Potsdam" userId="d258dbf6-ab6a-4282-851d-9abdcd54331d" providerId="ADAL" clId="{B6D57924-B848-2742-8D38-F6230294B7DC}" dt="2025-07-31T12:14:34.081" v="4" actId="21"/>
          <ac:spMkLst>
            <pc:docMk/>
            <pc:sldMk cId="1845256045" sldId="256"/>
            <ac:spMk id="15" creationId="{3753DC2B-444C-8588-703E-F86C7285737A}"/>
          </ac:spMkLst>
        </pc:spChg>
        <pc:spChg chg="add del mod">
          <ac:chgData name="Björn Meder HMU Potsdam" userId="d258dbf6-ab6a-4282-851d-9abdcd54331d" providerId="ADAL" clId="{B6D57924-B848-2742-8D38-F6230294B7DC}" dt="2025-07-31T12:14:34.081" v="4" actId="21"/>
          <ac:spMkLst>
            <pc:docMk/>
            <pc:sldMk cId="1845256045" sldId="256"/>
            <ac:spMk id="16" creationId="{D4BE3873-3D29-6F4F-D44A-A4C1A803F73B}"/>
          </ac:spMkLst>
        </pc:spChg>
        <pc:spChg chg="add del mod">
          <ac:chgData name="Björn Meder HMU Potsdam" userId="d258dbf6-ab6a-4282-851d-9abdcd54331d" providerId="ADAL" clId="{B6D57924-B848-2742-8D38-F6230294B7DC}" dt="2025-07-31T12:14:34.081" v="4" actId="21"/>
          <ac:spMkLst>
            <pc:docMk/>
            <pc:sldMk cId="1845256045" sldId="256"/>
            <ac:spMk id="19" creationId="{92F3250F-6D9B-99B3-BEF4-69E850C54ABB}"/>
          </ac:spMkLst>
        </pc:spChg>
        <pc:spChg chg="add del mod">
          <ac:chgData name="Björn Meder HMU Potsdam" userId="d258dbf6-ab6a-4282-851d-9abdcd54331d" providerId="ADAL" clId="{B6D57924-B848-2742-8D38-F6230294B7DC}" dt="2025-07-31T12:14:34.081" v="4" actId="21"/>
          <ac:spMkLst>
            <pc:docMk/>
            <pc:sldMk cId="1845256045" sldId="256"/>
            <ac:spMk id="21" creationId="{4B2BACCD-B155-CDA5-D6F8-7D3A767FA652}"/>
          </ac:spMkLst>
        </pc:spChg>
        <pc:spChg chg="del mod">
          <ac:chgData name="Björn Meder HMU Potsdam" userId="d258dbf6-ab6a-4282-851d-9abdcd54331d" providerId="ADAL" clId="{B6D57924-B848-2742-8D38-F6230294B7DC}" dt="2025-07-31T12:14:34.081" v="4" actId="21"/>
          <ac:spMkLst>
            <pc:docMk/>
            <pc:sldMk cId="1845256045" sldId="256"/>
            <ac:spMk id="22" creationId="{23EE6291-2FC2-0F61-C5E5-7EABCD1194B7}"/>
          </ac:spMkLst>
        </pc:spChg>
        <pc:spChg chg="add del mod">
          <ac:chgData name="Björn Meder HMU Potsdam" userId="d258dbf6-ab6a-4282-851d-9abdcd54331d" providerId="ADAL" clId="{B6D57924-B848-2742-8D38-F6230294B7DC}" dt="2025-07-31T12:14:34.081" v="4" actId="21"/>
          <ac:spMkLst>
            <pc:docMk/>
            <pc:sldMk cId="1845256045" sldId="256"/>
            <ac:spMk id="25" creationId="{72671950-BDD0-77C0-22EB-03AE98715702}"/>
          </ac:spMkLst>
        </pc:spChg>
        <pc:spChg chg="add del mod">
          <ac:chgData name="Björn Meder HMU Potsdam" userId="d258dbf6-ab6a-4282-851d-9abdcd54331d" providerId="ADAL" clId="{B6D57924-B848-2742-8D38-F6230294B7DC}" dt="2025-07-31T12:14:34.081" v="4" actId="21"/>
          <ac:spMkLst>
            <pc:docMk/>
            <pc:sldMk cId="1845256045" sldId="256"/>
            <ac:spMk id="26" creationId="{89DC1350-4356-317D-B146-2CCCC7475328}"/>
          </ac:spMkLst>
        </pc:spChg>
        <pc:spChg chg="mod">
          <ac:chgData name="Björn Meder HMU Potsdam" userId="d258dbf6-ab6a-4282-851d-9abdcd54331d" providerId="ADAL" clId="{B6D57924-B848-2742-8D38-F6230294B7DC}" dt="2025-07-31T12:14:17.713" v="1"/>
          <ac:spMkLst>
            <pc:docMk/>
            <pc:sldMk cId="1845256045" sldId="256"/>
            <ac:spMk id="28" creationId="{3BAE6AF0-EE9C-F0C4-3629-DA832C0F9DF6}"/>
          </ac:spMkLst>
        </pc:spChg>
        <pc:spChg chg="add del mod">
          <ac:chgData name="Björn Meder HMU Potsdam" userId="d258dbf6-ab6a-4282-851d-9abdcd54331d" providerId="ADAL" clId="{B6D57924-B848-2742-8D38-F6230294B7DC}" dt="2025-07-31T12:14:50.992" v="7" actId="21"/>
          <ac:spMkLst>
            <pc:docMk/>
            <pc:sldMk cId="1845256045" sldId="256"/>
            <ac:spMk id="39" creationId="{158C1796-AC56-9273-ED68-23C4C8D86DCA}"/>
          </ac:spMkLst>
        </pc:spChg>
        <pc:spChg chg="add del mod">
          <ac:chgData name="Björn Meder HMU Potsdam" userId="d258dbf6-ab6a-4282-851d-9abdcd54331d" providerId="ADAL" clId="{B6D57924-B848-2742-8D38-F6230294B7DC}" dt="2025-07-31T12:14:50.992" v="7" actId="21"/>
          <ac:spMkLst>
            <pc:docMk/>
            <pc:sldMk cId="1845256045" sldId="256"/>
            <ac:spMk id="41" creationId="{2A3E5524-93A5-20E3-5F29-B300AC04F868}"/>
          </ac:spMkLst>
        </pc:spChg>
        <pc:spChg chg="add del mod">
          <ac:chgData name="Björn Meder HMU Potsdam" userId="d258dbf6-ab6a-4282-851d-9abdcd54331d" providerId="ADAL" clId="{B6D57924-B848-2742-8D38-F6230294B7DC}" dt="2025-07-31T12:14:50.992" v="7" actId="21"/>
          <ac:spMkLst>
            <pc:docMk/>
            <pc:sldMk cId="1845256045" sldId="256"/>
            <ac:spMk id="42" creationId="{1AA82B5A-56EE-4013-023E-60AB1A47540E}"/>
          </ac:spMkLst>
        </pc:spChg>
        <pc:spChg chg="add del mod">
          <ac:chgData name="Björn Meder HMU Potsdam" userId="d258dbf6-ab6a-4282-851d-9abdcd54331d" providerId="ADAL" clId="{B6D57924-B848-2742-8D38-F6230294B7DC}" dt="2025-07-31T12:14:50.992" v="7" actId="21"/>
          <ac:spMkLst>
            <pc:docMk/>
            <pc:sldMk cId="1845256045" sldId="256"/>
            <ac:spMk id="46" creationId="{87AB22BD-A2F9-4CA2-93B0-4AD1A54D8202}"/>
          </ac:spMkLst>
        </pc:spChg>
        <pc:spChg chg="add del mod">
          <ac:chgData name="Björn Meder HMU Potsdam" userId="d258dbf6-ab6a-4282-851d-9abdcd54331d" providerId="ADAL" clId="{B6D57924-B848-2742-8D38-F6230294B7DC}" dt="2025-07-31T12:14:50.992" v="7" actId="21"/>
          <ac:spMkLst>
            <pc:docMk/>
            <pc:sldMk cId="1845256045" sldId="256"/>
            <ac:spMk id="47" creationId="{D81785AE-AC69-EFB7-2726-D914F18542AF}"/>
          </ac:spMkLst>
        </pc:spChg>
        <pc:spChg chg="add del mod">
          <ac:chgData name="Björn Meder HMU Potsdam" userId="d258dbf6-ab6a-4282-851d-9abdcd54331d" providerId="ADAL" clId="{B6D57924-B848-2742-8D38-F6230294B7DC}" dt="2025-07-31T12:14:50.992" v="7" actId="21"/>
          <ac:spMkLst>
            <pc:docMk/>
            <pc:sldMk cId="1845256045" sldId="256"/>
            <ac:spMk id="49" creationId="{0B4D4534-9B72-6345-00E8-1C364824A8D9}"/>
          </ac:spMkLst>
        </pc:spChg>
        <pc:spChg chg="add del mod">
          <ac:chgData name="Björn Meder HMU Potsdam" userId="d258dbf6-ab6a-4282-851d-9abdcd54331d" providerId="ADAL" clId="{B6D57924-B848-2742-8D38-F6230294B7DC}" dt="2025-07-31T12:14:50.992" v="7" actId="21"/>
          <ac:spMkLst>
            <pc:docMk/>
            <pc:sldMk cId="1845256045" sldId="256"/>
            <ac:spMk id="50" creationId="{FBE04B86-F0A8-366D-9E62-FC617F66FBA7}"/>
          </ac:spMkLst>
        </pc:spChg>
        <pc:spChg chg="add del mod">
          <ac:chgData name="Björn Meder HMU Potsdam" userId="d258dbf6-ab6a-4282-851d-9abdcd54331d" providerId="ADAL" clId="{B6D57924-B848-2742-8D38-F6230294B7DC}" dt="2025-07-31T12:14:50.992" v="7" actId="21"/>
          <ac:spMkLst>
            <pc:docMk/>
            <pc:sldMk cId="1845256045" sldId="256"/>
            <ac:spMk id="52" creationId="{FB191E7F-0FF5-B060-B89F-F798D3A89CEE}"/>
          </ac:spMkLst>
        </pc:spChg>
        <pc:spChg chg="add del mod">
          <ac:chgData name="Björn Meder HMU Potsdam" userId="d258dbf6-ab6a-4282-851d-9abdcd54331d" providerId="ADAL" clId="{B6D57924-B848-2742-8D38-F6230294B7DC}" dt="2025-07-31T12:14:50.992" v="7" actId="21"/>
          <ac:spMkLst>
            <pc:docMk/>
            <pc:sldMk cId="1845256045" sldId="256"/>
            <ac:spMk id="54" creationId="{804FB074-3D23-EE53-3C22-2B83714B6073}"/>
          </ac:spMkLst>
        </pc:spChg>
        <pc:spChg chg="add del mod">
          <ac:chgData name="Björn Meder HMU Potsdam" userId="d258dbf6-ab6a-4282-851d-9abdcd54331d" providerId="ADAL" clId="{B6D57924-B848-2742-8D38-F6230294B7DC}" dt="2025-07-31T12:14:50.992" v="7" actId="21"/>
          <ac:spMkLst>
            <pc:docMk/>
            <pc:sldMk cId="1845256045" sldId="256"/>
            <ac:spMk id="55" creationId="{3247DBE0-C15C-5D58-8E5F-5780552BE6CC}"/>
          </ac:spMkLst>
        </pc:spChg>
        <pc:spChg chg="del">
          <ac:chgData name="Björn Meder HMU Potsdam" userId="d258dbf6-ab6a-4282-851d-9abdcd54331d" providerId="ADAL" clId="{B6D57924-B848-2742-8D38-F6230294B7DC}" dt="2025-07-31T12:14:08.752" v="0" actId="478"/>
          <ac:spMkLst>
            <pc:docMk/>
            <pc:sldMk cId="1845256045" sldId="256"/>
            <ac:spMk id="66" creationId="{1507D06C-F529-A716-3FA2-38C641CD6299}"/>
          </ac:spMkLst>
        </pc:spChg>
        <pc:spChg chg="del">
          <ac:chgData name="Björn Meder HMU Potsdam" userId="d258dbf6-ab6a-4282-851d-9abdcd54331d" providerId="ADAL" clId="{B6D57924-B848-2742-8D38-F6230294B7DC}" dt="2025-07-31T12:14:08.752" v="0" actId="478"/>
          <ac:spMkLst>
            <pc:docMk/>
            <pc:sldMk cId="1845256045" sldId="256"/>
            <ac:spMk id="67" creationId="{419202B5-E33E-1400-9DC3-EA93BFA2D60D}"/>
          </ac:spMkLst>
        </pc:spChg>
        <pc:spChg chg="del">
          <ac:chgData name="Björn Meder HMU Potsdam" userId="d258dbf6-ab6a-4282-851d-9abdcd54331d" providerId="ADAL" clId="{B6D57924-B848-2742-8D38-F6230294B7DC}" dt="2025-07-31T12:14:08.752" v="0" actId="478"/>
          <ac:spMkLst>
            <pc:docMk/>
            <pc:sldMk cId="1845256045" sldId="256"/>
            <ac:spMk id="68" creationId="{47878F50-984D-451B-BC66-75F24C7C4510}"/>
          </ac:spMkLst>
        </pc:spChg>
        <pc:spChg chg="mod">
          <ac:chgData name="Björn Meder HMU Potsdam" userId="d258dbf6-ab6a-4282-851d-9abdcd54331d" providerId="ADAL" clId="{B6D57924-B848-2742-8D38-F6230294B7DC}" dt="2025-07-31T12:15:09.225" v="13" actId="1036"/>
          <ac:spMkLst>
            <pc:docMk/>
            <pc:sldMk cId="1845256045" sldId="256"/>
            <ac:spMk id="80" creationId="{E71E4D08-87DF-61BD-C1FF-2F48DF5FBA20}"/>
          </ac:spMkLst>
        </pc:spChg>
        <pc:spChg chg="mod">
          <ac:chgData name="Björn Meder HMU Potsdam" userId="d258dbf6-ab6a-4282-851d-9abdcd54331d" providerId="ADAL" clId="{B6D57924-B848-2742-8D38-F6230294B7DC}" dt="2025-07-31T12:15:23.197" v="47" actId="1038"/>
          <ac:spMkLst>
            <pc:docMk/>
            <pc:sldMk cId="1845256045" sldId="256"/>
            <ac:spMk id="81" creationId="{3B97A300-5E81-4CF9-CCD4-584F03355EDB}"/>
          </ac:spMkLst>
        </pc:spChg>
        <pc:spChg chg="add mod">
          <ac:chgData name="Björn Meder HMU Potsdam" userId="d258dbf6-ab6a-4282-851d-9abdcd54331d" providerId="ADAL" clId="{B6D57924-B848-2742-8D38-F6230294B7DC}" dt="2025-07-31T12:15:18.386" v="31" actId="1037"/>
          <ac:spMkLst>
            <pc:docMk/>
            <pc:sldMk cId="1845256045" sldId="256"/>
            <ac:spMk id="82" creationId="{371E1DE2-74FF-C979-AD89-03EF229E06B5}"/>
          </ac:spMkLst>
        </pc:spChg>
        <pc:spChg chg="add 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85" creationId="{853AB7EB-6194-7658-67E5-1A34E32737F8}"/>
          </ac:spMkLst>
        </pc:spChg>
        <pc:spChg chg="add 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86" creationId="{98D8540B-28A8-C964-0916-98ADBC06B2E0}"/>
          </ac:spMkLst>
        </pc:spChg>
        <pc:spChg chg="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87" creationId="{DB945779-C1E9-8AC7-D3F0-FB76AB437AA0}"/>
          </ac:spMkLst>
        </pc:spChg>
        <pc:spChg chg="add 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88" creationId="{8B661F2B-11F7-51BE-AAC8-BBC669B48D45}"/>
          </ac:spMkLst>
        </pc:spChg>
        <pc:spChg chg="add 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89" creationId="{E179F596-7D73-38BB-DAF4-17F6B8510B7F}"/>
          </ac:spMkLst>
        </pc:spChg>
        <pc:spChg chg="add mod">
          <ac:chgData name="Björn Meder HMU Potsdam" userId="d258dbf6-ab6a-4282-851d-9abdcd54331d" providerId="ADAL" clId="{B6D57924-B848-2742-8D38-F6230294B7DC}" dt="2025-07-31T12:14:57.816" v="9"/>
          <ac:spMkLst>
            <pc:docMk/>
            <pc:sldMk cId="1845256045" sldId="256"/>
            <ac:spMk id="90" creationId="{D5F5B5AA-6D10-2387-9C82-493513E83EED}"/>
          </ac:spMkLst>
        </pc:spChg>
        <pc:spChg chg="add 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92" creationId="{CC7728F4-E58A-CD50-621E-09FFC051CADB}"/>
          </ac:spMkLst>
        </pc:spChg>
        <pc:spChg chg="add mod">
          <ac:chgData name="Björn Meder HMU Potsdam" userId="d258dbf6-ab6a-4282-851d-9abdcd54331d" providerId="ADAL" clId="{B6D57924-B848-2742-8D38-F6230294B7DC}" dt="2025-07-31T12:14:57.816" v="9"/>
          <ac:spMkLst>
            <pc:docMk/>
            <pc:sldMk cId="1845256045" sldId="256"/>
            <ac:spMk id="95" creationId="{1A1CA980-DEBE-7ED3-FCBB-F27C08FFC466}"/>
          </ac:spMkLst>
        </pc:spChg>
        <pc:spChg chg="mod">
          <ac:chgData name="Björn Meder HMU Potsdam" userId="d258dbf6-ab6a-4282-851d-9abdcd54331d" providerId="ADAL" clId="{B6D57924-B848-2742-8D38-F6230294B7DC}" dt="2025-07-31T12:15:01.020" v="11" actId="1035"/>
          <ac:spMkLst>
            <pc:docMk/>
            <pc:sldMk cId="1845256045" sldId="256"/>
            <ac:spMk id="96" creationId="{BC70F5D4-92D3-9A8C-3B4A-63DA43F4707A}"/>
          </ac:spMkLst>
        </pc:spChg>
        <pc:spChg chg="mod">
          <ac:chgData name="Björn Meder HMU Potsdam" userId="d258dbf6-ab6a-4282-851d-9abdcd54331d" providerId="ADAL" clId="{B6D57924-B848-2742-8D38-F6230294B7DC}" dt="2025-07-31T12:14:57.816" v="9"/>
          <ac:spMkLst>
            <pc:docMk/>
            <pc:sldMk cId="1845256045" sldId="256"/>
            <ac:spMk id="98" creationId="{5A057943-34A0-3508-F911-C78D2758DCDF}"/>
          </ac:spMkLst>
        </pc:spChg>
        <pc:spChg chg="add mod">
          <ac:chgData name="Björn Meder HMU Potsdam" userId="d258dbf6-ab6a-4282-851d-9abdcd54331d" providerId="ADAL" clId="{B6D57924-B848-2742-8D38-F6230294B7DC}" dt="2025-07-31T12:14:57.816" v="9"/>
          <ac:spMkLst>
            <pc:docMk/>
            <pc:sldMk cId="1845256045" sldId="256"/>
            <ac:spMk id="100" creationId="{69C215B1-3CF1-6167-D884-7C75549F646D}"/>
          </ac:spMkLst>
        </pc:spChg>
        <pc:grpChg chg="del">
          <ac:chgData name="Björn Meder HMU Potsdam" userId="d258dbf6-ab6a-4282-851d-9abdcd54331d" providerId="ADAL" clId="{B6D57924-B848-2742-8D38-F6230294B7DC}" dt="2025-07-31T12:14:08.752" v="0" actId="478"/>
          <ac:grpSpMkLst>
            <pc:docMk/>
            <pc:sldMk cId="1845256045" sldId="256"/>
            <ac:grpSpMk id="58" creationId="{AAEA2726-7F98-5339-2BA6-DF72C4BFC99E}"/>
          </ac:grpSpMkLst>
        </pc:grpChg>
        <pc:grpChg chg="del">
          <ac:chgData name="Björn Meder HMU Potsdam" userId="d258dbf6-ab6a-4282-851d-9abdcd54331d" providerId="ADAL" clId="{B6D57924-B848-2742-8D38-F6230294B7DC}" dt="2025-07-31T12:14:08.752" v="0" actId="478"/>
          <ac:grpSpMkLst>
            <pc:docMk/>
            <pc:sldMk cId="1845256045" sldId="256"/>
            <ac:grpSpMk id="63" creationId="{0AAB4D51-8856-A9D9-DF54-C0C9DD73BADB}"/>
          </ac:grpSpMkLst>
        </pc:grpChg>
        <pc:picChg chg="del">
          <ac:chgData name="Björn Meder HMU Potsdam" userId="d258dbf6-ab6a-4282-851d-9abdcd54331d" providerId="ADAL" clId="{B6D57924-B848-2742-8D38-F6230294B7DC}" dt="2025-07-31T12:14:08.752" v="0" actId="478"/>
          <ac:picMkLst>
            <pc:docMk/>
            <pc:sldMk cId="1845256045" sldId="256"/>
            <ac:picMk id="69" creationId="{2CCF4D79-03EE-E87E-26B8-7A995F0E3197}"/>
          </ac:picMkLst>
        </pc:picChg>
      </pc:sldChg>
      <pc:sldChg chg="addSp delSp modSp new del mod">
        <pc:chgData name="Björn Meder HMU Potsdam" userId="d258dbf6-ab6a-4282-851d-9abdcd54331d" providerId="ADAL" clId="{B6D57924-B848-2742-8D38-F6230294B7DC}" dt="2025-07-31T17:45:04.732" v="54" actId="2696"/>
        <pc:sldMkLst>
          <pc:docMk/>
          <pc:sldMk cId="1595734359" sldId="257"/>
        </pc:sldMkLst>
        <pc:spChg chg="del">
          <ac:chgData name="Björn Meder HMU Potsdam" userId="d258dbf6-ab6a-4282-851d-9abdcd54331d" providerId="ADAL" clId="{B6D57924-B848-2742-8D38-F6230294B7DC}" dt="2025-07-31T17:43:59.651" v="49" actId="478"/>
          <ac:spMkLst>
            <pc:docMk/>
            <pc:sldMk cId="1595734359" sldId="257"/>
            <ac:spMk id="2" creationId="{A02BE137-75A4-2BAA-48DF-F5EFA5AC6917}"/>
          </ac:spMkLst>
        </pc:spChg>
        <pc:spChg chg="del">
          <ac:chgData name="Björn Meder HMU Potsdam" userId="d258dbf6-ab6a-4282-851d-9abdcd54331d" providerId="ADAL" clId="{B6D57924-B848-2742-8D38-F6230294B7DC}" dt="2025-07-31T17:43:59.651" v="49" actId="478"/>
          <ac:spMkLst>
            <pc:docMk/>
            <pc:sldMk cId="1595734359" sldId="257"/>
            <ac:spMk id="3" creationId="{6B7F1242-8F63-5AAB-9625-ECEC2B28FD96}"/>
          </ac:spMkLst>
        </pc:spChg>
        <pc:spChg chg="del mod topLvl">
          <ac:chgData name="Björn Meder HMU Potsdam" userId="d258dbf6-ab6a-4282-851d-9abdcd54331d" providerId="ADAL" clId="{B6D57924-B848-2742-8D38-F6230294B7DC}" dt="2025-07-31T17:44:52.236" v="53" actId="21"/>
          <ac:spMkLst>
            <pc:docMk/>
            <pc:sldMk cId="1595734359" sldId="257"/>
            <ac:spMk id="6" creationId="{F9B676ED-B4F1-36EB-D34A-A5340AB63164}"/>
          </ac:spMkLst>
        </pc:spChg>
        <pc:spChg chg="del mod topLvl">
          <ac:chgData name="Björn Meder HMU Potsdam" userId="d258dbf6-ab6a-4282-851d-9abdcd54331d" providerId="ADAL" clId="{B6D57924-B848-2742-8D38-F6230294B7DC}" dt="2025-07-31T17:44:52.236" v="53" actId="21"/>
          <ac:spMkLst>
            <pc:docMk/>
            <pc:sldMk cId="1595734359" sldId="257"/>
            <ac:spMk id="7" creationId="{DA20CEA6-5C95-3DD6-90F1-FAF6DDB509AA}"/>
          </ac:spMkLst>
        </pc:spChg>
        <pc:spChg chg="del mod topLvl">
          <ac:chgData name="Björn Meder HMU Potsdam" userId="d258dbf6-ab6a-4282-851d-9abdcd54331d" providerId="ADAL" clId="{B6D57924-B848-2742-8D38-F6230294B7DC}" dt="2025-07-31T17:44:52.236" v="53" actId="21"/>
          <ac:spMkLst>
            <pc:docMk/>
            <pc:sldMk cId="1595734359" sldId="257"/>
            <ac:spMk id="9" creationId="{7FDD09CE-C53C-6701-FC5F-D8FC51BAD06B}"/>
          </ac:spMkLst>
        </pc:spChg>
        <pc:spChg chg="del mod topLvl">
          <ac:chgData name="Björn Meder HMU Potsdam" userId="d258dbf6-ab6a-4282-851d-9abdcd54331d" providerId="ADAL" clId="{B6D57924-B848-2742-8D38-F6230294B7DC}" dt="2025-07-31T17:44:52.236" v="53" actId="21"/>
          <ac:spMkLst>
            <pc:docMk/>
            <pc:sldMk cId="1595734359" sldId="257"/>
            <ac:spMk id="10" creationId="{FB946922-B2D6-AAEF-121C-D352106CA485}"/>
          </ac:spMkLst>
        </pc:spChg>
        <pc:spChg chg="del mod topLvl">
          <ac:chgData name="Björn Meder HMU Potsdam" userId="d258dbf6-ab6a-4282-851d-9abdcd54331d" providerId="ADAL" clId="{B6D57924-B848-2742-8D38-F6230294B7DC}" dt="2025-07-31T17:44:52.236" v="53" actId="21"/>
          <ac:spMkLst>
            <pc:docMk/>
            <pc:sldMk cId="1595734359" sldId="257"/>
            <ac:spMk id="11" creationId="{D736C8E4-36D7-A947-B2EF-CB64CADE065D}"/>
          </ac:spMkLst>
        </pc:spChg>
        <pc:spChg chg="del mod topLvl">
          <ac:chgData name="Björn Meder HMU Potsdam" userId="d258dbf6-ab6a-4282-851d-9abdcd54331d" providerId="ADAL" clId="{B6D57924-B848-2742-8D38-F6230294B7DC}" dt="2025-07-31T17:44:52.236" v="53" actId="21"/>
          <ac:spMkLst>
            <pc:docMk/>
            <pc:sldMk cId="1595734359" sldId="257"/>
            <ac:spMk id="12" creationId="{8C06664A-E40B-EAD3-45F7-0EF38E8F1813}"/>
          </ac:spMkLst>
        </pc:spChg>
        <pc:spChg chg="del mod topLvl">
          <ac:chgData name="Björn Meder HMU Potsdam" userId="d258dbf6-ab6a-4282-851d-9abdcd54331d" providerId="ADAL" clId="{B6D57924-B848-2742-8D38-F6230294B7DC}" dt="2025-07-31T17:44:52.236" v="53" actId="21"/>
          <ac:spMkLst>
            <pc:docMk/>
            <pc:sldMk cId="1595734359" sldId="257"/>
            <ac:spMk id="13" creationId="{A41EF103-C1B2-C040-775A-B3EEB0DE2D22}"/>
          </ac:spMkLst>
        </pc:spChg>
        <pc:spChg chg="del mod topLvl">
          <ac:chgData name="Björn Meder HMU Potsdam" userId="d258dbf6-ab6a-4282-851d-9abdcd54331d" providerId="ADAL" clId="{B6D57924-B848-2742-8D38-F6230294B7DC}" dt="2025-07-31T17:44:52.236" v="53" actId="21"/>
          <ac:spMkLst>
            <pc:docMk/>
            <pc:sldMk cId="1595734359" sldId="257"/>
            <ac:spMk id="14" creationId="{CBEE0EBB-3CBC-CE08-079F-F4D32D535D0B}"/>
          </ac:spMkLst>
        </pc:spChg>
        <pc:grpChg chg="add del mod">
          <ac:chgData name="Björn Meder HMU Potsdam" userId="d258dbf6-ab6a-4282-851d-9abdcd54331d" providerId="ADAL" clId="{B6D57924-B848-2742-8D38-F6230294B7DC}" dt="2025-07-31T17:44:39.275" v="51" actId="165"/>
          <ac:grpSpMkLst>
            <pc:docMk/>
            <pc:sldMk cId="1595734359" sldId="257"/>
            <ac:grpSpMk id="4" creationId="{700E52F1-5FA6-882D-C6FF-1DA8EC81D714}"/>
          </ac:grpSpMkLst>
        </pc:grpChg>
        <pc:grpChg chg="del topLvl">
          <ac:chgData name="Björn Meder HMU Potsdam" userId="d258dbf6-ab6a-4282-851d-9abdcd54331d" providerId="ADAL" clId="{B6D57924-B848-2742-8D38-F6230294B7DC}" dt="2025-07-31T17:44:41.087" v="52" actId="165"/>
          <ac:grpSpMkLst>
            <pc:docMk/>
            <pc:sldMk cId="1595734359" sldId="257"/>
            <ac:grpSpMk id="5" creationId="{61EC9D8F-5A80-F3C0-F644-004ED33C5C33}"/>
          </ac:grpSpMkLst>
        </pc:grpChg>
        <pc:picChg chg="del mod topLvl">
          <ac:chgData name="Björn Meder HMU Potsdam" userId="d258dbf6-ab6a-4282-851d-9abdcd54331d" providerId="ADAL" clId="{B6D57924-B848-2742-8D38-F6230294B7DC}" dt="2025-07-31T17:44:52.236" v="53" actId="21"/>
          <ac:picMkLst>
            <pc:docMk/>
            <pc:sldMk cId="1595734359" sldId="257"/>
            <ac:picMk id="8" creationId="{817A741A-0A4C-2861-3B78-F1B336283F52}"/>
          </ac:picMkLst>
        </pc:picChg>
      </pc:sldChg>
      <pc:sldMasterChg chg="modSp modSldLayout">
        <pc:chgData name="Björn Meder HMU Potsdam" userId="d258dbf6-ab6a-4282-851d-9abdcd54331d" providerId="ADAL" clId="{B6D57924-B848-2742-8D38-F6230294B7DC}" dt="2025-07-31T12:14:45.714" v="5"/>
        <pc:sldMasterMkLst>
          <pc:docMk/>
          <pc:sldMasterMk cId="2618204342" sldId="2147483696"/>
        </pc:sldMasterMkLst>
        <pc:spChg chg="mod">
          <ac:chgData name="Björn Meder HMU Potsdam" userId="d258dbf6-ab6a-4282-851d-9abdcd54331d" providerId="ADAL" clId="{B6D57924-B848-2742-8D38-F6230294B7DC}" dt="2025-07-31T12:14:45.714" v="5"/>
          <ac:spMkLst>
            <pc:docMk/>
            <pc:sldMasterMk cId="2618204342" sldId="2147483696"/>
            <ac:spMk id="2" creationId="{00000000-0000-0000-0000-000000000000}"/>
          </ac:spMkLst>
        </pc:spChg>
        <pc:spChg chg="mod">
          <ac:chgData name="Björn Meder HMU Potsdam" userId="d258dbf6-ab6a-4282-851d-9abdcd54331d" providerId="ADAL" clId="{B6D57924-B848-2742-8D38-F6230294B7DC}" dt="2025-07-31T12:14:45.714" v="5"/>
          <ac:spMkLst>
            <pc:docMk/>
            <pc:sldMasterMk cId="2618204342" sldId="2147483696"/>
            <ac:spMk id="3" creationId="{00000000-0000-0000-0000-000000000000}"/>
          </ac:spMkLst>
        </pc:spChg>
        <pc:spChg chg="mod">
          <ac:chgData name="Björn Meder HMU Potsdam" userId="d258dbf6-ab6a-4282-851d-9abdcd54331d" providerId="ADAL" clId="{B6D57924-B848-2742-8D38-F6230294B7DC}" dt="2025-07-31T12:14:45.714" v="5"/>
          <ac:spMkLst>
            <pc:docMk/>
            <pc:sldMasterMk cId="2618204342" sldId="2147483696"/>
            <ac:spMk id="4" creationId="{00000000-0000-0000-0000-000000000000}"/>
          </ac:spMkLst>
        </pc:spChg>
        <pc:spChg chg="mod">
          <ac:chgData name="Björn Meder HMU Potsdam" userId="d258dbf6-ab6a-4282-851d-9abdcd54331d" providerId="ADAL" clId="{B6D57924-B848-2742-8D38-F6230294B7DC}" dt="2025-07-31T12:14:45.714" v="5"/>
          <ac:spMkLst>
            <pc:docMk/>
            <pc:sldMasterMk cId="2618204342" sldId="2147483696"/>
            <ac:spMk id="5" creationId="{00000000-0000-0000-0000-000000000000}"/>
          </ac:spMkLst>
        </pc:spChg>
        <pc:spChg chg="mod">
          <ac:chgData name="Björn Meder HMU Potsdam" userId="d258dbf6-ab6a-4282-851d-9abdcd54331d" providerId="ADAL" clId="{B6D57924-B848-2742-8D38-F6230294B7DC}" dt="2025-07-31T12:14:45.714" v="5"/>
          <ac:spMkLst>
            <pc:docMk/>
            <pc:sldMasterMk cId="2618204342" sldId="2147483696"/>
            <ac:spMk id="6" creationId="{00000000-0000-0000-0000-000000000000}"/>
          </ac:spMkLst>
        </pc:sp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4028182537" sldId="2147483697"/>
          </pc:sldLayoutMkLst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4028182537" sldId="2147483697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4028182537" sldId="2147483697"/>
              <ac:spMk id="3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94315151" sldId="2147483699"/>
          </pc:sldLayoutMkLst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94315151" sldId="2147483699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94315151" sldId="2147483699"/>
              <ac:spMk id="3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603476742" sldId="2147483700"/>
          </pc:sldLayoutMkLst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603476742" sldId="2147483700"/>
              <ac:spMk id="3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603476742" sldId="2147483700"/>
              <ac:spMk id="4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745039881" sldId="2147483701"/>
          </pc:sldLayoutMkLst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745039881" sldId="2147483701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745039881" sldId="2147483701"/>
              <ac:spMk id="3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745039881" sldId="2147483701"/>
              <ac:spMk id="4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745039881" sldId="2147483701"/>
              <ac:spMk id="5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745039881" sldId="2147483701"/>
              <ac:spMk id="6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1001682325" sldId="2147483704"/>
          </pc:sldLayoutMkLst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1001682325" sldId="2147483704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1001682325" sldId="2147483704"/>
              <ac:spMk id="3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1001682325" sldId="2147483704"/>
              <ac:spMk id="4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2365256577" sldId="2147483705"/>
          </pc:sldLayoutMkLst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2365256577" sldId="2147483705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2365256577" sldId="2147483705"/>
              <ac:spMk id="3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2365256577" sldId="2147483705"/>
              <ac:spMk id="4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45.714" v="5"/>
          <pc:sldLayoutMkLst>
            <pc:docMk/>
            <pc:sldMasterMk cId="2618204342" sldId="2147483696"/>
            <pc:sldLayoutMk cId="3918179759" sldId="2147483707"/>
          </pc:sldLayoutMkLst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3918179759" sldId="2147483707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45.714" v="5"/>
            <ac:spMkLst>
              <pc:docMk/>
              <pc:sldMasterMk cId="2618204342" sldId="2147483696"/>
              <pc:sldLayoutMk cId="3918179759" sldId="2147483707"/>
              <ac:spMk id="3" creationId="{00000000-0000-0000-0000-000000000000}"/>
            </ac:spMkLst>
          </pc:spChg>
        </pc:sldLayoutChg>
      </pc:sldMasterChg>
      <pc:sldMasterChg chg="modSp modSldLayout">
        <pc:chgData name="Björn Meder HMU Potsdam" userId="d258dbf6-ab6a-4282-851d-9abdcd54331d" providerId="ADAL" clId="{B6D57924-B848-2742-8D38-F6230294B7DC}" dt="2025-07-31T12:14:56.840" v="8"/>
        <pc:sldMasterMkLst>
          <pc:docMk/>
          <pc:sldMasterMk cId="4117015308" sldId="2147483708"/>
        </pc:sldMasterMkLst>
        <pc:spChg chg="mod">
          <ac:chgData name="Björn Meder HMU Potsdam" userId="d258dbf6-ab6a-4282-851d-9abdcd54331d" providerId="ADAL" clId="{B6D57924-B848-2742-8D38-F6230294B7DC}" dt="2025-07-31T12:14:56.840" v="8"/>
          <ac:spMkLst>
            <pc:docMk/>
            <pc:sldMasterMk cId="4117015308" sldId="2147483708"/>
            <ac:spMk id="2" creationId="{00000000-0000-0000-0000-000000000000}"/>
          </ac:spMkLst>
        </pc:spChg>
        <pc:spChg chg="mod">
          <ac:chgData name="Björn Meder HMU Potsdam" userId="d258dbf6-ab6a-4282-851d-9abdcd54331d" providerId="ADAL" clId="{B6D57924-B848-2742-8D38-F6230294B7DC}" dt="2025-07-31T12:14:56.840" v="8"/>
          <ac:spMkLst>
            <pc:docMk/>
            <pc:sldMasterMk cId="4117015308" sldId="2147483708"/>
            <ac:spMk id="3" creationId="{00000000-0000-0000-0000-000000000000}"/>
          </ac:spMkLst>
        </pc:spChg>
        <pc:spChg chg="mod">
          <ac:chgData name="Björn Meder HMU Potsdam" userId="d258dbf6-ab6a-4282-851d-9abdcd54331d" providerId="ADAL" clId="{B6D57924-B848-2742-8D38-F6230294B7DC}" dt="2025-07-31T12:14:56.840" v="8"/>
          <ac:spMkLst>
            <pc:docMk/>
            <pc:sldMasterMk cId="4117015308" sldId="2147483708"/>
            <ac:spMk id="4" creationId="{00000000-0000-0000-0000-000000000000}"/>
          </ac:spMkLst>
        </pc:spChg>
        <pc:spChg chg="mod">
          <ac:chgData name="Björn Meder HMU Potsdam" userId="d258dbf6-ab6a-4282-851d-9abdcd54331d" providerId="ADAL" clId="{B6D57924-B848-2742-8D38-F6230294B7DC}" dt="2025-07-31T12:14:56.840" v="8"/>
          <ac:spMkLst>
            <pc:docMk/>
            <pc:sldMasterMk cId="4117015308" sldId="2147483708"/>
            <ac:spMk id="5" creationId="{00000000-0000-0000-0000-000000000000}"/>
          </ac:spMkLst>
        </pc:spChg>
        <pc:spChg chg="mod">
          <ac:chgData name="Björn Meder HMU Potsdam" userId="d258dbf6-ab6a-4282-851d-9abdcd54331d" providerId="ADAL" clId="{B6D57924-B848-2742-8D38-F6230294B7DC}" dt="2025-07-31T12:14:56.840" v="8"/>
          <ac:spMkLst>
            <pc:docMk/>
            <pc:sldMasterMk cId="4117015308" sldId="2147483708"/>
            <ac:spMk id="6" creationId="{00000000-0000-0000-0000-000000000000}"/>
          </ac:spMkLst>
        </pc:sp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1280892548" sldId="2147483709"/>
          </pc:sldLayoutMkLst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1280892548" sldId="2147483709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1280892548" sldId="2147483709"/>
              <ac:spMk id="3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1884543042" sldId="2147483711"/>
          </pc:sldLayoutMkLst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1884543042" sldId="2147483711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1884543042" sldId="2147483711"/>
              <ac:spMk id="3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2899403362" sldId="2147483712"/>
          </pc:sldLayoutMkLst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2899403362" sldId="2147483712"/>
              <ac:spMk id="3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2899403362" sldId="2147483712"/>
              <ac:spMk id="4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3191287041" sldId="2147483713"/>
          </pc:sldLayoutMkLst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3191287041" sldId="2147483713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3191287041" sldId="2147483713"/>
              <ac:spMk id="3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3191287041" sldId="2147483713"/>
              <ac:spMk id="4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3191287041" sldId="2147483713"/>
              <ac:spMk id="5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3191287041" sldId="2147483713"/>
              <ac:spMk id="6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2492687080" sldId="2147483716"/>
          </pc:sldLayoutMkLst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2492687080" sldId="2147483716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2492687080" sldId="2147483716"/>
              <ac:spMk id="3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2492687080" sldId="2147483716"/>
              <ac:spMk id="4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319162707" sldId="2147483717"/>
          </pc:sldLayoutMkLst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319162707" sldId="2147483717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319162707" sldId="2147483717"/>
              <ac:spMk id="3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319162707" sldId="2147483717"/>
              <ac:spMk id="4" creationId="{00000000-0000-0000-0000-000000000000}"/>
            </ac:spMkLst>
          </pc:spChg>
        </pc:sldLayoutChg>
        <pc:sldLayoutChg chg="modSp">
          <pc:chgData name="Björn Meder HMU Potsdam" userId="d258dbf6-ab6a-4282-851d-9abdcd54331d" providerId="ADAL" clId="{B6D57924-B848-2742-8D38-F6230294B7DC}" dt="2025-07-31T12:14:56.840" v="8"/>
          <pc:sldLayoutMkLst>
            <pc:docMk/>
            <pc:sldMasterMk cId="4117015308" sldId="2147483708"/>
            <pc:sldLayoutMk cId="3894819517" sldId="2147483719"/>
          </pc:sldLayoutMkLst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3894819517" sldId="2147483719"/>
              <ac:spMk id="2" creationId="{00000000-0000-0000-0000-000000000000}"/>
            </ac:spMkLst>
          </pc:spChg>
          <pc:spChg chg="mod">
            <ac:chgData name="Björn Meder HMU Potsdam" userId="d258dbf6-ab6a-4282-851d-9abdcd54331d" providerId="ADAL" clId="{B6D57924-B848-2742-8D38-F6230294B7DC}" dt="2025-07-31T12:14:56.840" v="8"/>
            <ac:spMkLst>
              <pc:docMk/>
              <pc:sldMasterMk cId="4117015308" sldId="2147483708"/>
              <pc:sldLayoutMk cId="3894819517" sldId="2147483719"/>
              <ac:spMk id="3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5055" y="706933"/>
            <a:ext cx="12150329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55" y="2268784"/>
            <a:ext cx="12150329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654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51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42" y="1076898"/>
            <a:ext cx="13972878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42" y="2890725"/>
            <a:ext cx="13972878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27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780" y="1149890"/>
            <a:ext cx="6885186" cy="274073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1472" y="1149890"/>
            <a:ext cx="6885186" cy="274073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978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229978"/>
            <a:ext cx="13972878" cy="8349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5891" y="1058899"/>
            <a:ext cx="6853544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891" y="1577849"/>
            <a:ext cx="6853544" cy="23207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1472" y="1058899"/>
            <a:ext cx="6887296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1472" y="1577849"/>
            <a:ext cx="6887296" cy="23207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72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12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67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287972"/>
            <a:ext cx="5225062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7296" y="621941"/>
            <a:ext cx="8201472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1295877"/>
            <a:ext cx="5225062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58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287972"/>
            <a:ext cx="5225062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87296" y="621941"/>
            <a:ext cx="8201472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1295877"/>
            <a:ext cx="5225062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09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142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93439" y="229978"/>
            <a:ext cx="3493219" cy="366065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780" y="229978"/>
            <a:ext cx="10277153" cy="366065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267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780" y="229978"/>
            <a:ext cx="13972878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780" y="1149890"/>
            <a:ext cx="13972878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3780" y="4003618"/>
            <a:ext cx="3645099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66395" y="4003618"/>
            <a:ext cx="5467648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1559" y="4003618"/>
            <a:ext cx="3645099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768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8C5A062D-DCEF-9B03-BB80-80805C9B5A1A}"/>
              </a:ext>
            </a:extLst>
          </p:cNvPr>
          <p:cNvGrpSpPr>
            <a:grpSpLocks noChangeAspect="1"/>
          </p:cNvGrpSpPr>
          <p:nvPr/>
        </p:nvGrpSpPr>
        <p:grpSpPr>
          <a:xfrm>
            <a:off x="12305948" y="647296"/>
            <a:ext cx="3686651" cy="3464787"/>
            <a:chOff x="12921456" y="19185731"/>
            <a:chExt cx="7395448" cy="6950372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4D833517-E369-DC4E-36B8-412528AFB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921456" y="19185731"/>
              <a:ext cx="4432300" cy="4432300"/>
            </a:xfrm>
            <a:prstGeom prst="rect">
              <a:avLst/>
            </a:prstGeom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3C7E44D5-EF63-5F2B-8524-635565F7A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44222" y="20062522"/>
              <a:ext cx="4432300" cy="4432300"/>
            </a:xfrm>
            <a:prstGeom prst="rect">
              <a:avLst/>
            </a:prstGeom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F1327967-F772-544C-68D0-48B785722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966988" y="20939313"/>
              <a:ext cx="4432300" cy="4432300"/>
            </a:xfrm>
            <a:prstGeom prst="rect">
              <a:avLst/>
            </a:prstGeom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EBC2816A-6DEB-6258-6E29-8E52FFF3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51247"/>
            <a:stretch>
              <a:fillRect/>
            </a:stretch>
          </p:blipFill>
          <p:spPr>
            <a:xfrm>
              <a:off x="15989755" y="21816103"/>
              <a:ext cx="4327149" cy="4320000"/>
            </a:xfrm>
            <a:prstGeom prst="rect">
              <a:avLst/>
            </a:prstGeom>
          </p:spPr>
        </p:pic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AC4BBE2-0F68-D05C-5DA1-BF71C5CC5F0B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439773"/>
            <a:ext cx="6058691" cy="3815861"/>
            <a:chOff x="231563" y="2575404"/>
            <a:chExt cx="4962849" cy="3125682"/>
          </a:xfrm>
        </p:grpSpPr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8BDFA837-32AC-4361-D200-E5293BB27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6664" t="21611" r="5353" b="22976"/>
            <a:stretch>
              <a:fillRect/>
            </a:stretch>
          </p:blipFill>
          <p:spPr>
            <a:xfrm>
              <a:off x="231563" y="2575404"/>
              <a:ext cx="4962849" cy="3125682"/>
            </a:xfrm>
            <a:prstGeom prst="rect">
              <a:avLst/>
            </a:prstGeom>
          </p:spPr>
        </p:pic>
        <p:pic>
          <p:nvPicPr>
            <p:cNvPr id="79" name="Image" descr="Image">
              <a:extLst>
                <a:ext uri="{FF2B5EF4-FFF2-40B4-BE49-F238E27FC236}">
                  <a16:creationId xmlns:a16="http://schemas.microsoft.com/office/drawing/2014/main" id="{2CE87A36-6892-A49A-9610-B6CBDCA82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427664" y="2994339"/>
              <a:ext cx="2499461" cy="1728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71E4D08-87DF-61BD-C1FF-2F48DF5FBA20}"/>
              </a:ext>
            </a:extLst>
          </p:cNvPr>
          <p:cNvSpPr txBox="1"/>
          <p:nvPr/>
        </p:nvSpPr>
        <p:spPr>
          <a:xfrm>
            <a:off x="2508719" y="-8041"/>
            <a:ext cx="85779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Task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97A300-5E81-4CF9-CCD4-584F03355EDB}"/>
              </a:ext>
            </a:extLst>
          </p:cNvPr>
          <p:cNvSpPr txBox="1"/>
          <p:nvPr/>
        </p:nvSpPr>
        <p:spPr>
          <a:xfrm>
            <a:off x="13017630" y="-8041"/>
            <a:ext cx="213109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Environments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71E1DE2-74FF-C979-AD89-03EF229E06B5}"/>
              </a:ext>
            </a:extLst>
          </p:cNvPr>
          <p:cNvSpPr txBox="1"/>
          <p:nvPr/>
        </p:nvSpPr>
        <p:spPr>
          <a:xfrm>
            <a:off x="8018304" y="-8041"/>
            <a:ext cx="172271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Procedure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6EC10D9-3FDA-5494-AF01-A99DDF2E3259}"/>
              </a:ext>
            </a:extLst>
          </p:cNvPr>
          <p:cNvSpPr>
            <a:spLocks noChangeAspect="1"/>
          </p:cNvSpPr>
          <p:nvPr/>
        </p:nvSpPr>
        <p:spPr>
          <a:xfrm>
            <a:off x="7469743" y="628800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4" name="Image" descr="Image">
            <a:extLst>
              <a:ext uri="{FF2B5EF4-FFF2-40B4-BE49-F238E27FC236}">
                <a16:creationId xmlns:a16="http://schemas.microsoft.com/office/drawing/2014/main" id="{D54F3F58-9C01-0F1D-7030-ED4CB285CAF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94" t="1330" r="32651" b="1508"/>
          <a:stretch>
            <a:fillRect/>
          </a:stretch>
        </p:blipFill>
        <p:spPr>
          <a:xfrm>
            <a:off x="7490577" y="655443"/>
            <a:ext cx="1188000" cy="11880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sp>
        <p:nvSpPr>
          <p:cNvPr id="85" name="Rectangle 84">
            <a:extLst>
              <a:ext uri="{FF2B5EF4-FFF2-40B4-BE49-F238E27FC236}">
                <a16:creationId xmlns:a16="http://schemas.microsoft.com/office/drawing/2014/main" id="{853AB7EB-6194-7658-67E5-1A34E32737F8}"/>
              </a:ext>
            </a:extLst>
          </p:cNvPr>
          <p:cNvSpPr>
            <a:spLocks noChangeAspect="1"/>
          </p:cNvSpPr>
          <p:nvPr/>
        </p:nvSpPr>
        <p:spPr>
          <a:xfrm>
            <a:off x="7929446" y="1019166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8D8540B-28A8-C964-0916-98ADBC06B2E0}"/>
              </a:ext>
            </a:extLst>
          </p:cNvPr>
          <p:cNvSpPr>
            <a:spLocks noChangeAspect="1"/>
          </p:cNvSpPr>
          <p:nvPr/>
        </p:nvSpPr>
        <p:spPr>
          <a:xfrm>
            <a:off x="8202941" y="1296288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B945779-C1E9-8AC7-D3F0-FB76AB437AA0}"/>
              </a:ext>
            </a:extLst>
          </p:cNvPr>
          <p:cNvSpPr>
            <a:spLocks noChangeAspect="1"/>
          </p:cNvSpPr>
          <p:nvPr/>
        </p:nvSpPr>
        <p:spPr>
          <a:xfrm>
            <a:off x="8476436" y="1573410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B661F2B-11F7-51BE-AAC8-BBC669B48D45}"/>
              </a:ext>
            </a:extLst>
          </p:cNvPr>
          <p:cNvSpPr>
            <a:spLocks noChangeAspect="1"/>
          </p:cNvSpPr>
          <p:nvPr/>
        </p:nvSpPr>
        <p:spPr>
          <a:xfrm>
            <a:off x="8749931" y="1850532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179F596-7D73-38BB-DAF4-17F6B8510B7F}"/>
              </a:ext>
            </a:extLst>
          </p:cNvPr>
          <p:cNvSpPr>
            <a:spLocks noChangeAspect="1"/>
          </p:cNvSpPr>
          <p:nvPr/>
        </p:nvSpPr>
        <p:spPr>
          <a:xfrm>
            <a:off x="9023426" y="2127654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5F5B5AA-6D10-2387-9C82-493513E83EED}"/>
              </a:ext>
            </a:extLst>
          </p:cNvPr>
          <p:cNvSpPr>
            <a:spLocks noChangeAspect="1"/>
          </p:cNvSpPr>
          <p:nvPr/>
        </p:nvSpPr>
        <p:spPr>
          <a:xfrm>
            <a:off x="9296921" y="2404776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4FD96ED-76EC-6CBD-6AEE-BD6AE0DC6BF6}"/>
              </a:ext>
            </a:extLst>
          </p:cNvPr>
          <p:cNvSpPr>
            <a:spLocks noChangeAspect="1"/>
          </p:cNvSpPr>
          <p:nvPr/>
        </p:nvSpPr>
        <p:spPr>
          <a:xfrm>
            <a:off x="9570416" y="2681898"/>
            <a:ext cx="1224000" cy="122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C7728F4-E58A-CD50-621E-09FFC051CADB}"/>
              </a:ext>
            </a:extLst>
          </p:cNvPr>
          <p:cNvSpPr txBox="1"/>
          <p:nvPr/>
        </p:nvSpPr>
        <p:spPr>
          <a:xfrm>
            <a:off x="6423782" y="713773"/>
            <a:ext cx="891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Tutorial</a:t>
            </a:r>
          </a:p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round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EFF42B0-6E1A-59A4-F304-07DD33A0826D}"/>
              </a:ext>
            </a:extLst>
          </p:cNvPr>
          <p:cNvSpPr txBox="1"/>
          <p:nvPr/>
        </p:nvSpPr>
        <p:spPr>
          <a:xfrm>
            <a:off x="6423782" y="1772136"/>
            <a:ext cx="1147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8 rounds of search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8BCC495B-58E8-195F-A905-EBADDEEAC1CE}"/>
              </a:ext>
            </a:extLst>
          </p:cNvPr>
          <p:cNvCxnSpPr>
            <a:cxnSpLocks/>
          </p:cNvCxnSpPr>
          <p:nvPr/>
        </p:nvCxnSpPr>
        <p:spPr>
          <a:xfrm>
            <a:off x="9557902" y="628800"/>
            <a:ext cx="2416777" cy="2777280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1A1CA980-DEBE-7ED3-FCBB-F27C08FFC466}"/>
              </a:ext>
            </a:extLst>
          </p:cNvPr>
          <p:cNvSpPr txBox="1"/>
          <p:nvPr/>
        </p:nvSpPr>
        <p:spPr>
          <a:xfrm rot="2940000">
            <a:off x="10253457" y="1580231"/>
            <a:ext cx="13100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Time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C70F5D4-92D3-9A8C-3B4A-63DA43F4707A}"/>
              </a:ext>
            </a:extLst>
          </p:cNvPr>
          <p:cNvSpPr txBox="1"/>
          <p:nvPr/>
        </p:nvSpPr>
        <p:spPr>
          <a:xfrm>
            <a:off x="6423782" y="2600339"/>
            <a:ext cx="1764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25 clicks in each round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4886B0F8-113B-E041-926B-ECBDC1D45231}"/>
              </a:ext>
            </a:extLst>
          </p:cNvPr>
          <p:cNvGrpSpPr/>
          <p:nvPr/>
        </p:nvGrpSpPr>
        <p:grpSpPr>
          <a:xfrm>
            <a:off x="9941459" y="3031634"/>
            <a:ext cx="1224000" cy="1224000"/>
            <a:chOff x="15216601" y="25659727"/>
            <a:chExt cx="1224000" cy="1224000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5A057943-34A0-3508-F911-C78D2758DC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216601" y="25659727"/>
              <a:ext cx="1224000" cy="12240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9D13B8D9-D39C-D4ED-A13A-AE7884DA0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738"/>
            <a:stretch>
              <a:fillRect/>
            </a:stretch>
          </p:blipFill>
          <p:spPr>
            <a:xfrm>
              <a:off x="15241862" y="25687196"/>
              <a:ext cx="1188000" cy="1188000"/>
            </a:xfrm>
            <a:prstGeom prst="rect">
              <a:avLst/>
            </a:prstGeom>
          </p:spPr>
        </p:pic>
      </p:grpSp>
      <p:sp>
        <p:nvSpPr>
          <p:cNvPr id="100" name="TextBox 99">
            <a:extLst>
              <a:ext uri="{FF2B5EF4-FFF2-40B4-BE49-F238E27FC236}">
                <a16:creationId xmlns:a16="http://schemas.microsoft.com/office/drawing/2014/main" id="{69C215B1-3CF1-6167-D884-7C75549F646D}"/>
              </a:ext>
            </a:extLst>
          </p:cNvPr>
          <p:cNvSpPr txBox="1"/>
          <p:nvPr/>
        </p:nvSpPr>
        <p:spPr>
          <a:xfrm>
            <a:off x="6423782" y="3351654"/>
            <a:ext cx="19956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”Bonus round” with reward predictions</a:t>
            </a:r>
          </a:p>
        </p:txBody>
      </p:sp>
    </p:spTree>
    <p:extLst>
      <p:ext uri="{BB962C8B-B14F-4D97-AF65-F5344CB8AC3E}">
        <p14:creationId xmlns:p14="http://schemas.microsoft.com/office/powerpoint/2010/main" val="1845256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</TotalTime>
  <Words>22</Words>
  <Application>Microsoft Macintosh PowerPoint</Application>
  <PresentationFormat>Custom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 Neue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BM</dc:creator>
  <cp:lastModifiedBy>BM</cp:lastModifiedBy>
  <cp:revision>1</cp:revision>
  <dcterms:created xsi:type="dcterms:W3CDTF">2025-07-25T13:56:53Z</dcterms:created>
  <dcterms:modified xsi:type="dcterms:W3CDTF">2025-07-31T17:45:05Z</dcterms:modified>
</cp:coreProperties>
</file>